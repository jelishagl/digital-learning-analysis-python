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90" r:id="rId2"/>
  </p:sldMasterIdLst>
  <p:notesMasterIdLst>
    <p:notesMasterId r:id="rId27"/>
  </p:notesMasterIdLst>
  <p:sldIdLst>
    <p:sldId id="275" r:id="rId3"/>
    <p:sldId id="337" r:id="rId4"/>
    <p:sldId id="460" r:id="rId5"/>
    <p:sldId id="266" r:id="rId6"/>
    <p:sldId id="461" r:id="rId7"/>
    <p:sldId id="462" r:id="rId8"/>
    <p:sldId id="463" r:id="rId9"/>
    <p:sldId id="464" r:id="rId10"/>
    <p:sldId id="465" r:id="rId11"/>
    <p:sldId id="466" r:id="rId12"/>
    <p:sldId id="467" r:id="rId13"/>
    <p:sldId id="468" r:id="rId14"/>
    <p:sldId id="469" r:id="rId15"/>
    <p:sldId id="470" r:id="rId16"/>
    <p:sldId id="471" r:id="rId17"/>
    <p:sldId id="472" r:id="rId18"/>
    <p:sldId id="473" r:id="rId19"/>
    <p:sldId id="474" r:id="rId20"/>
    <p:sldId id="476" r:id="rId21"/>
    <p:sldId id="475" r:id="rId22"/>
    <p:sldId id="260" r:id="rId23"/>
    <p:sldId id="2084" r:id="rId24"/>
    <p:sldId id="2083"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4C53"/>
    <a:srgbClr val="007074"/>
    <a:srgbClr val="F59E0B"/>
    <a:srgbClr val="ECF4F1"/>
    <a:srgbClr val="D6E6DF"/>
    <a:srgbClr val="DDDDDD"/>
    <a:srgbClr val="B2B2B2"/>
    <a:srgbClr val="D4A029"/>
    <a:srgbClr val="E1AA36"/>
    <a:srgbClr val="1E2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4F8319-4B07-4261-90D8-DF08E8906F27}" v="12" dt="2026-06-11T01:31:44.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3464" autoAdjust="0"/>
  </p:normalViewPr>
  <p:slideViewPr>
    <p:cSldViewPr snapToGrid="0">
      <p:cViewPr varScale="1">
        <p:scale>
          <a:sx n="77" d="100"/>
          <a:sy n="77" d="100"/>
        </p:scale>
        <p:origin x="1171" y="7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2" d="100"/>
          <a:sy n="62" d="100"/>
        </p:scale>
        <p:origin x="3226"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lekshmi G" userId="7d9bf4d02a72ece4" providerId="LiveId" clId="{44C6DA86-762B-4AD9-9FC5-9BC27AFCA076}"/>
    <pc:docChg chg="undo custSel addSld delSld modSld sldOrd delMainMaster modMainMaster">
      <pc:chgData name="Jayalekshmi G" userId="7d9bf4d02a72ece4" providerId="LiveId" clId="{44C6DA86-762B-4AD9-9FC5-9BC27AFCA076}" dt="2026-06-11T05:20:17.628" v="6715" actId="1076"/>
      <pc:docMkLst>
        <pc:docMk/>
      </pc:docMkLst>
      <pc:sldChg chg="addSp delSp modSp add mod">
        <pc:chgData name="Jayalekshmi G" userId="7d9bf4d02a72ece4" providerId="LiveId" clId="{44C6DA86-762B-4AD9-9FC5-9BC27AFCA076}" dt="2026-05-18T06:41:59.337" v="6020" actId="14100"/>
        <pc:sldMkLst>
          <pc:docMk/>
          <pc:sldMk cId="3506506737" sldId="260"/>
        </pc:sldMkLst>
        <pc:spChg chg="mod">
          <ac:chgData name="Jayalekshmi G" userId="7d9bf4d02a72ece4" providerId="LiveId" clId="{44C6DA86-762B-4AD9-9FC5-9BC27AFCA076}" dt="2026-05-18T06:40:52.977" v="5995" actId="1076"/>
          <ac:spMkLst>
            <pc:docMk/>
            <pc:sldMk cId="3506506737" sldId="260"/>
            <ac:spMk id="2" creationId="{36F53475-122A-332F-5715-9ED3D6A829BE}"/>
          </ac:spMkLst>
        </pc:spChg>
        <pc:spChg chg="add del mod">
          <ac:chgData name="Jayalekshmi G" userId="7d9bf4d02a72ece4" providerId="LiveId" clId="{44C6DA86-762B-4AD9-9FC5-9BC27AFCA076}" dt="2026-05-18T06:40:43.579" v="5992" actId="1076"/>
          <ac:spMkLst>
            <pc:docMk/>
            <pc:sldMk cId="3506506737" sldId="260"/>
            <ac:spMk id="3" creationId="{6B864119-C9CA-DD44-F6E3-D8061A004F18}"/>
          </ac:spMkLst>
        </pc:spChg>
        <pc:spChg chg="add mod">
          <ac:chgData name="Jayalekshmi G" userId="7d9bf4d02a72ece4" providerId="LiveId" clId="{44C6DA86-762B-4AD9-9FC5-9BC27AFCA076}" dt="2026-05-18T01:08:37.610" v="4778"/>
          <ac:spMkLst>
            <pc:docMk/>
            <pc:sldMk cId="3506506737" sldId="260"/>
            <ac:spMk id="5" creationId="{7A3B899D-1AC6-D4FC-0B0E-168D4131A479}"/>
          </ac:spMkLst>
        </pc:spChg>
        <pc:spChg chg="add del mod">
          <ac:chgData name="Jayalekshmi G" userId="7d9bf4d02a72ece4" providerId="LiveId" clId="{44C6DA86-762B-4AD9-9FC5-9BC27AFCA076}" dt="2026-05-18T01:33:54.424" v="4847" actId="1076"/>
          <ac:spMkLst>
            <pc:docMk/>
            <pc:sldMk cId="3506506737" sldId="260"/>
            <ac:spMk id="22" creationId="{6AC66D1B-9130-3B48-5E12-1C2BADA42C04}"/>
          </ac:spMkLst>
        </pc:spChg>
        <pc:spChg chg="mod topLvl">
          <ac:chgData name="Jayalekshmi G" userId="7d9bf4d02a72ece4" providerId="LiveId" clId="{44C6DA86-762B-4AD9-9FC5-9BC27AFCA076}" dt="2026-05-18T06:32:50.886" v="5963" actId="20577"/>
          <ac:spMkLst>
            <pc:docMk/>
            <pc:sldMk cId="3506506737" sldId="260"/>
            <ac:spMk id="29" creationId="{C0588997-A6FF-6558-67F1-66803DAF967C}"/>
          </ac:spMkLst>
        </pc:spChg>
        <pc:picChg chg="add mod">
          <ac:chgData name="Jayalekshmi G" userId="7d9bf4d02a72ece4" providerId="LiveId" clId="{44C6DA86-762B-4AD9-9FC5-9BC27AFCA076}" dt="2026-05-18T01:58:11.304" v="4999" actId="1076"/>
          <ac:picMkLst>
            <pc:docMk/>
            <pc:sldMk cId="3506506737" sldId="260"/>
            <ac:picMk id="14" creationId="{E9ABC9A2-8BFF-EDF4-CFA9-E7F5CD01762F}"/>
          </ac:picMkLst>
        </pc:picChg>
        <pc:cxnChg chg="add mod">
          <ac:chgData name="Jayalekshmi G" userId="7d9bf4d02a72ece4" providerId="LiveId" clId="{44C6DA86-762B-4AD9-9FC5-9BC27AFCA076}" dt="2026-05-18T06:41:59.337" v="6020" actId="14100"/>
          <ac:cxnSpMkLst>
            <pc:docMk/>
            <pc:sldMk cId="3506506737" sldId="260"/>
            <ac:cxnSpMk id="4" creationId="{36A92CF0-C3B9-DB05-86F1-7459F3672E26}"/>
          </ac:cxnSpMkLst>
        </pc:cxnChg>
      </pc:sldChg>
      <pc:sldChg chg="addSp delSp modSp add mod modClrScheme chgLayout">
        <pc:chgData name="Jayalekshmi G" userId="7d9bf4d02a72ece4" providerId="LiveId" clId="{44C6DA86-762B-4AD9-9FC5-9BC27AFCA076}" dt="2026-06-11T01:32:54.053" v="6698" actId="1076"/>
        <pc:sldMkLst>
          <pc:docMk/>
          <pc:sldMk cId="2445259763" sldId="266"/>
        </pc:sldMkLst>
        <pc:spChg chg="add mod">
          <ac:chgData name="Jayalekshmi G" userId="7d9bf4d02a72ece4" providerId="LiveId" clId="{44C6DA86-762B-4AD9-9FC5-9BC27AFCA076}" dt="2026-05-18T05:22:56.595" v="5601" actId="1076"/>
          <ac:spMkLst>
            <pc:docMk/>
            <pc:sldMk cId="2445259763" sldId="266"/>
            <ac:spMk id="2" creationId="{68AAEC18-4A93-CE2D-F049-9FA6EBE4B983}"/>
          </ac:spMkLst>
        </pc:spChg>
        <pc:spChg chg="add mod">
          <ac:chgData name="Jayalekshmi G" userId="7d9bf4d02a72ece4" providerId="LiveId" clId="{44C6DA86-762B-4AD9-9FC5-9BC27AFCA076}" dt="2026-05-16T06:31:44.629" v="1669"/>
          <ac:spMkLst>
            <pc:docMk/>
            <pc:sldMk cId="2445259763" sldId="266"/>
            <ac:spMk id="3" creationId="{183F3583-3528-6887-E7EF-B460A927F881}"/>
          </ac:spMkLst>
        </pc:spChg>
        <pc:spChg chg="add mod">
          <ac:chgData name="Jayalekshmi G" userId="7d9bf4d02a72ece4" providerId="LiveId" clId="{44C6DA86-762B-4AD9-9FC5-9BC27AFCA076}" dt="2026-05-16T06:31:50.582" v="1670"/>
          <ac:spMkLst>
            <pc:docMk/>
            <pc:sldMk cId="2445259763" sldId="266"/>
            <ac:spMk id="4" creationId="{3172E798-8136-9472-568A-6599E745AAC8}"/>
          </ac:spMkLst>
        </pc:spChg>
        <pc:spChg chg="add mod">
          <ac:chgData name="Jayalekshmi G" userId="7d9bf4d02a72ece4" providerId="LiveId" clId="{44C6DA86-762B-4AD9-9FC5-9BC27AFCA076}" dt="2026-05-18T05:16:43.631" v="5541" actId="408"/>
          <ac:spMkLst>
            <pc:docMk/>
            <pc:sldMk cId="2445259763" sldId="266"/>
            <ac:spMk id="5" creationId="{C7094D0A-C359-1D6B-BAED-BB422F5EE190}"/>
          </ac:spMkLst>
        </pc:spChg>
        <pc:spChg chg="add mod">
          <ac:chgData name="Jayalekshmi G" userId="7d9bf4d02a72ece4" providerId="LiveId" clId="{44C6DA86-762B-4AD9-9FC5-9BC27AFCA076}" dt="2026-05-18T05:23:06.918" v="5603" actId="1076"/>
          <ac:spMkLst>
            <pc:docMk/>
            <pc:sldMk cId="2445259763" sldId="266"/>
            <ac:spMk id="7" creationId="{B3D02247-CA8A-119A-7705-0BDCB799EFFF}"/>
          </ac:spMkLst>
        </pc:spChg>
        <pc:spChg chg="add mod">
          <ac:chgData name="Jayalekshmi G" userId="7d9bf4d02a72ece4" providerId="LiveId" clId="{44C6DA86-762B-4AD9-9FC5-9BC27AFCA076}" dt="2026-05-18T05:23:28.028" v="5608" actId="1076"/>
          <ac:spMkLst>
            <pc:docMk/>
            <pc:sldMk cId="2445259763" sldId="266"/>
            <ac:spMk id="8" creationId="{56A4FEB5-4BCB-3760-56D1-1E61C371634F}"/>
          </ac:spMkLst>
        </pc:spChg>
        <pc:spChg chg="add mod">
          <ac:chgData name="Jayalekshmi G" userId="7d9bf4d02a72ece4" providerId="LiveId" clId="{44C6DA86-762B-4AD9-9FC5-9BC27AFCA076}" dt="2026-06-11T01:27:12.200" v="6524" actId="1076"/>
          <ac:spMkLst>
            <pc:docMk/>
            <pc:sldMk cId="2445259763" sldId="266"/>
            <ac:spMk id="9" creationId="{0C71564A-4DC5-4DA5-30CB-F9D4D15B463D}"/>
          </ac:spMkLst>
        </pc:spChg>
        <pc:spChg chg="add mod">
          <ac:chgData name="Jayalekshmi G" userId="7d9bf4d02a72ece4" providerId="LiveId" clId="{44C6DA86-762B-4AD9-9FC5-9BC27AFCA076}" dt="2026-05-18T05:22:30.717" v="5586" actId="1076"/>
          <ac:spMkLst>
            <pc:docMk/>
            <pc:sldMk cId="2445259763" sldId="266"/>
            <ac:spMk id="10" creationId="{72B3E409-A1B3-19EF-0A04-2FF8053DDB6D}"/>
          </ac:spMkLst>
        </pc:spChg>
        <pc:spChg chg="add mod">
          <ac:chgData name="Jayalekshmi G" userId="7d9bf4d02a72ece4" providerId="LiveId" clId="{44C6DA86-762B-4AD9-9FC5-9BC27AFCA076}" dt="2026-05-18T05:23:40.343" v="5610" actId="1076"/>
          <ac:spMkLst>
            <pc:docMk/>
            <pc:sldMk cId="2445259763" sldId="266"/>
            <ac:spMk id="11" creationId="{55E81AA2-6DD1-85B6-ECAB-4840332F731B}"/>
          </ac:spMkLst>
        </pc:spChg>
        <pc:spChg chg="add mod">
          <ac:chgData name="Jayalekshmi G" userId="7d9bf4d02a72ece4" providerId="LiveId" clId="{44C6DA86-762B-4AD9-9FC5-9BC27AFCA076}" dt="2026-05-18T05:23:56.436" v="5613" actId="1076"/>
          <ac:spMkLst>
            <pc:docMk/>
            <pc:sldMk cId="2445259763" sldId="266"/>
            <ac:spMk id="12" creationId="{F8A36A29-C2DC-F0E3-44F9-9B1A81D3BA50}"/>
          </ac:spMkLst>
        </pc:spChg>
        <pc:spChg chg="add mod">
          <ac:chgData name="Jayalekshmi G" userId="7d9bf4d02a72ece4" providerId="LiveId" clId="{44C6DA86-762B-4AD9-9FC5-9BC27AFCA076}" dt="2026-05-18T05:24:44.104" v="5635" actId="1076"/>
          <ac:spMkLst>
            <pc:docMk/>
            <pc:sldMk cId="2445259763" sldId="266"/>
            <ac:spMk id="13" creationId="{F388AE6F-45ED-6574-3DDE-339FE7C2502B}"/>
          </ac:spMkLst>
        </pc:spChg>
        <pc:spChg chg="add mod">
          <ac:chgData name="Jayalekshmi G" userId="7d9bf4d02a72ece4" providerId="LiveId" clId="{44C6DA86-762B-4AD9-9FC5-9BC27AFCA076}" dt="2026-05-18T05:24:54.254" v="5637" actId="1076"/>
          <ac:spMkLst>
            <pc:docMk/>
            <pc:sldMk cId="2445259763" sldId="266"/>
            <ac:spMk id="14" creationId="{70D39785-E872-7F31-1BBF-CB5A38E95B52}"/>
          </ac:spMkLst>
        </pc:spChg>
        <pc:spChg chg="add mod">
          <ac:chgData name="Jayalekshmi G" userId="7d9bf4d02a72ece4" providerId="LiveId" clId="{44C6DA86-762B-4AD9-9FC5-9BC27AFCA076}" dt="2026-06-11T01:29:29.496" v="6555"/>
          <ac:spMkLst>
            <pc:docMk/>
            <pc:sldMk cId="2445259763" sldId="266"/>
            <ac:spMk id="17" creationId="{B98CE247-6754-8438-18DA-B627377C29E9}"/>
          </ac:spMkLst>
        </pc:spChg>
        <pc:spChg chg="add mod">
          <ac:chgData name="Jayalekshmi G" userId="7d9bf4d02a72ece4" providerId="LiveId" clId="{44C6DA86-762B-4AD9-9FC5-9BC27AFCA076}" dt="2026-05-16T08:00:17.328" v="2580" actId="14100"/>
          <ac:spMkLst>
            <pc:docMk/>
            <pc:sldMk cId="2445259763" sldId="266"/>
            <ac:spMk id="18" creationId="{57D74DBD-854B-B544-26CE-FAFA90BD7848}"/>
          </ac:spMkLst>
        </pc:spChg>
        <pc:spChg chg="add mod">
          <ac:chgData name="Jayalekshmi G" userId="7d9bf4d02a72ece4" providerId="LiveId" clId="{44C6DA86-762B-4AD9-9FC5-9BC27AFCA076}" dt="2026-05-16T08:01:59.572" v="2591" actId="14100"/>
          <ac:spMkLst>
            <pc:docMk/>
            <pc:sldMk cId="2445259763" sldId="266"/>
            <ac:spMk id="19" creationId="{27F0AF4F-59A6-1430-87A8-4B554C8C911B}"/>
          </ac:spMkLst>
        </pc:spChg>
        <pc:spChg chg="add mod">
          <ac:chgData name="Jayalekshmi G" userId="7d9bf4d02a72ece4" providerId="LiveId" clId="{44C6DA86-762B-4AD9-9FC5-9BC27AFCA076}" dt="2026-05-18T05:42:23.606" v="5679" actId="207"/>
          <ac:spMkLst>
            <pc:docMk/>
            <pc:sldMk cId="2445259763" sldId="266"/>
            <ac:spMk id="21" creationId="{093C4B8E-C77B-E67E-48CA-28B60E5FFC5E}"/>
          </ac:spMkLst>
        </pc:spChg>
        <pc:spChg chg="add del mod">
          <ac:chgData name="Jayalekshmi G" userId="7d9bf4d02a72ece4" providerId="LiveId" clId="{44C6DA86-762B-4AD9-9FC5-9BC27AFCA076}" dt="2026-06-11T01:29:49.215" v="6599" actId="20577"/>
          <ac:spMkLst>
            <pc:docMk/>
            <pc:sldMk cId="2445259763" sldId="266"/>
            <ac:spMk id="22" creationId="{E57FE2D8-6BA8-312A-0C66-45C3205E8EE7}"/>
          </ac:spMkLst>
        </pc:spChg>
        <pc:spChg chg="add mod">
          <ac:chgData name="Jayalekshmi G" userId="7d9bf4d02a72ece4" providerId="LiveId" clId="{44C6DA86-762B-4AD9-9FC5-9BC27AFCA076}" dt="2026-05-16T08:00:15.317" v="2579" actId="14100"/>
          <ac:spMkLst>
            <pc:docMk/>
            <pc:sldMk cId="2445259763" sldId="266"/>
            <ac:spMk id="24" creationId="{53A1B16B-B135-24CC-C614-795CA4F74537}"/>
          </ac:spMkLst>
        </pc:spChg>
        <pc:spChg chg="add mod">
          <ac:chgData name="Jayalekshmi G" userId="7d9bf4d02a72ece4" providerId="LiveId" clId="{44C6DA86-762B-4AD9-9FC5-9BC27AFCA076}" dt="2026-05-18T05:42:07.663" v="5675" actId="113"/>
          <ac:spMkLst>
            <pc:docMk/>
            <pc:sldMk cId="2445259763" sldId="266"/>
            <ac:spMk id="25" creationId="{6907195E-BF27-8583-5D66-AF918A7B4524}"/>
          </ac:spMkLst>
        </pc:spChg>
        <pc:spChg chg="add mod">
          <ac:chgData name="Jayalekshmi G" userId="7d9bf4d02a72ece4" providerId="LiveId" clId="{44C6DA86-762B-4AD9-9FC5-9BC27AFCA076}" dt="2026-06-11T01:31:44.845" v="6602"/>
          <ac:spMkLst>
            <pc:docMk/>
            <pc:sldMk cId="2445259763" sldId="266"/>
            <ac:spMk id="43" creationId="{0A0728A4-C65B-677D-D382-01DD6A1C11AF}"/>
          </ac:spMkLst>
        </pc:spChg>
        <pc:spChg chg="add mod">
          <ac:chgData name="Jayalekshmi G" userId="7d9bf4d02a72ece4" providerId="LiveId" clId="{44C6DA86-762B-4AD9-9FC5-9BC27AFCA076}" dt="2026-06-11T01:32:24.548" v="6696" actId="20577"/>
          <ac:spMkLst>
            <pc:docMk/>
            <pc:sldMk cId="2445259763" sldId="266"/>
            <ac:spMk id="51" creationId="{6FDC380D-5F4C-D175-1204-98094E1C6CB1}"/>
          </ac:spMkLst>
        </pc:spChg>
        <pc:spChg chg="add mod">
          <ac:chgData name="Jayalekshmi G" userId="7d9bf4d02a72ece4" providerId="LiveId" clId="{44C6DA86-762B-4AD9-9FC5-9BC27AFCA076}" dt="2026-05-24T13:22:20.757" v="6477" actId="20577"/>
          <ac:spMkLst>
            <pc:docMk/>
            <pc:sldMk cId="2445259763" sldId="266"/>
            <ac:spMk id="52" creationId="{ACEA2B8E-65B4-2367-E2B7-C311B71099BB}"/>
          </ac:spMkLst>
        </pc:spChg>
        <pc:graphicFrameChg chg="add mod modGraphic">
          <ac:chgData name="Jayalekshmi G" userId="7d9bf4d02a72ece4" providerId="LiveId" clId="{44C6DA86-762B-4AD9-9FC5-9BC27AFCA076}" dt="2026-05-18T05:43:32.101" v="5681" actId="207"/>
          <ac:graphicFrameMkLst>
            <pc:docMk/>
            <pc:sldMk cId="2445259763" sldId="266"/>
            <ac:graphicFrameMk id="57" creationId="{A8895B24-3670-D0C6-CF8A-3F118652AB28}"/>
          </ac:graphicFrameMkLst>
        </pc:graphicFrameChg>
        <pc:picChg chg="add mod">
          <ac:chgData name="Jayalekshmi G" userId="7d9bf4d02a72ece4" providerId="LiveId" clId="{44C6DA86-762B-4AD9-9FC5-9BC27AFCA076}" dt="2026-06-11T01:28:53.904" v="6548" actId="1076"/>
          <ac:picMkLst>
            <pc:docMk/>
            <pc:sldMk cId="2445259763" sldId="266"/>
            <ac:picMk id="16" creationId="{284CE219-C3CF-E96F-B54F-E1C69AC00A3A}"/>
          </ac:picMkLst>
        </pc:picChg>
        <pc:picChg chg="add mod">
          <ac:chgData name="Jayalekshmi G" userId="7d9bf4d02a72ece4" providerId="LiveId" clId="{44C6DA86-762B-4AD9-9FC5-9BC27AFCA076}" dt="2026-06-11T01:32:54.053" v="6698" actId="1076"/>
          <ac:picMkLst>
            <pc:docMk/>
            <pc:sldMk cId="2445259763" sldId="266"/>
            <ac:picMk id="23" creationId="{272AB8B9-E9C3-31D0-F1B1-706EF18D2B56}"/>
          </ac:picMkLst>
        </pc:picChg>
        <pc:picChg chg="add del mod ord">
          <ac:chgData name="Jayalekshmi G" userId="7d9bf4d02a72ece4" providerId="LiveId" clId="{44C6DA86-762B-4AD9-9FC5-9BC27AFCA076}" dt="2026-06-11T01:28:23.885" v="6539" actId="21"/>
          <ac:picMkLst>
            <pc:docMk/>
            <pc:sldMk cId="2445259763" sldId="266"/>
            <ac:picMk id="33" creationId="{9C75E922-0EBE-B3F1-AD2E-538C37168834}"/>
          </ac:picMkLst>
        </pc:picChg>
        <pc:picChg chg="add mod ord">
          <ac:chgData name="Jayalekshmi G" userId="7d9bf4d02a72ece4" providerId="LiveId" clId="{44C6DA86-762B-4AD9-9FC5-9BC27AFCA076}" dt="2026-05-18T05:25:18.308" v="5656" actId="14100"/>
          <ac:picMkLst>
            <pc:docMk/>
            <pc:sldMk cId="2445259763" sldId="266"/>
            <ac:picMk id="38" creationId="{80708C90-F6E0-63EB-6A41-0FE11209F6D0}"/>
          </ac:picMkLst>
        </pc:picChg>
        <pc:picChg chg="add mod ord">
          <ac:chgData name="Jayalekshmi G" userId="7d9bf4d02a72ece4" providerId="LiveId" clId="{44C6DA86-762B-4AD9-9FC5-9BC27AFCA076}" dt="2026-05-18T05:24:28.436" v="5631" actId="1076"/>
          <ac:picMkLst>
            <pc:docMk/>
            <pc:sldMk cId="2445259763" sldId="266"/>
            <ac:picMk id="40" creationId="{D560558F-014E-CDDB-A05E-2E1EEF81A7F2}"/>
          </ac:picMkLst>
        </pc:picChg>
        <pc:picChg chg="add del mod ord">
          <ac:chgData name="Jayalekshmi G" userId="7d9bf4d02a72ece4" providerId="LiveId" clId="{44C6DA86-762B-4AD9-9FC5-9BC27AFCA076}" dt="2026-06-11T01:28:13.352" v="6534" actId="21"/>
          <ac:picMkLst>
            <pc:docMk/>
            <pc:sldMk cId="2445259763" sldId="266"/>
            <ac:picMk id="42" creationId="{A3005B65-2F6B-2C82-B36D-4FE611F8D1E8}"/>
          </ac:picMkLst>
        </pc:picChg>
        <pc:cxnChg chg="add mod">
          <ac:chgData name="Jayalekshmi G" userId="7d9bf4d02a72ece4" providerId="LiveId" clId="{44C6DA86-762B-4AD9-9FC5-9BC27AFCA076}" dt="2026-05-18T05:44:42.126" v="5688" actId="1076"/>
          <ac:cxnSpMkLst>
            <pc:docMk/>
            <pc:sldMk cId="2445259763" sldId="266"/>
            <ac:cxnSpMk id="6" creationId="{A1F8BD08-2F5C-5965-C9B3-5B48432C3C7B}"/>
          </ac:cxnSpMkLst>
        </pc:cxnChg>
      </pc:sldChg>
      <pc:sldChg chg="addSp delSp modSp mod setBg">
        <pc:chgData name="Jayalekshmi G" userId="7d9bf4d02a72ece4" providerId="LiveId" clId="{44C6DA86-762B-4AD9-9FC5-9BC27AFCA076}" dt="2026-06-11T05:20:17.628" v="6715" actId="1076"/>
        <pc:sldMkLst>
          <pc:docMk/>
          <pc:sldMk cId="0" sldId="275"/>
        </pc:sldMkLst>
        <pc:spChg chg="add mod">
          <ac:chgData name="Jayalekshmi G" userId="7d9bf4d02a72ece4" providerId="LiveId" clId="{44C6DA86-762B-4AD9-9FC5-9BC27AFCA076}" dt="2026-05-18T05:11:32.326" v="5488" actId="1076"/>
          <ac:spMkLst>
            <pc:docMk/>
            <pc:sldMk cId="0" sldId="275"/>
            <ac:spMk id="4" creationId="{2311F5D1-AEED-5A6B-04FD-2B567251CA4B}"/>
          </ac:spMkLst>
        </pc:spChg>
        <pc:spChg chg="mod topLvl">
          <ac:chgData name="Jayalekshmi G" userId="7d9bf4d02a72ece4" providerId="LiveId" clId="{44C6DA86-762B-4AD9-9FC5-9BC27AFCA076}" dt="2026-05-24T12:23:49.515" v="6438" actId="20577"/>
          <ac:spMkLst>
            <pc:docMk/>
            <pc:sldMk cId="0" sldId="275"/>
            <ac:spMk id="15" creationId="{8373EBC1-27E6-5882-7D05-337AC64AABCD}"/>
          </ac:spMkLst>
        </pc:spChg>
        <pc:spChg chg="add mod">
          <ac:chgData name="Jayalekshmi G" userId="7d9bf4d02a72ece4" providerId="LiveId" clId="{44C6DA86-762B-4AD9-9FC5-9BC27AFCA076}" dt="2026-05-18T05:11:27.379" v="5487" actId="1076"/>
          <ac:spMkLst>
            <pc:docMk/>
            <pc:sldMk cId="0" sldId="275"/>
            <ac:spMk id="17" creationId="{DCB00765-7A86-9D94-3484-786D328912A2}"/>
          </ac:spMkLst>
        </pc:spChg>
        <pc:spChg chg="add mod">
          <ac:chgData name="Jayalekshmi G" userId="7d9bf4d02a72ece4" providerId="LiveId" clId="{44C6DA86-762B-4AD9-9FC5-9BC27AFCA076}" dt="2026-06-11T05:20:17.628" v="6715" actId="1076"/>
          <ac:spMkLst>
            <pc:docMk/>
            <pc:sldMk cId="0" sldId="275"/>
            <ac:spMk id="18" creationId="{335FDA06-40E5-EC33-A03B-A799B724F33A}"/>
          </ac:spMkLst>
        </pc:spChg>
        <pc:picChg chg="mod">
          <ac:chgData name="Jayalekshmi G" userId="7d9bf4d02a72ece4" providerId="LiveId" clId="{44C6DA86-762B-4AD9-9FC5-9BC27AFCA076}" dt="2026-05-15T06:26:53.605" v="137" actId="1076"/>
          <ac:picMkLst>
            <pc:docMk/>
            <pc:sldMk cId="0" sldId="275"/>
            <ac:picMk id="13" creationId="{C045F397-BBCE-2E59-19C5-7C6A827CBFCB}"/>
          </ac:picMkLst>
        </pc:picChg>
        <pc:cxnChg chg="add mod">
          <ac:chgData name="Jayalekshmi G" userId="7d9bf4d02a72ece4" providerId="LiveId" clId="{44C6DA86-762B-4AD9-9FC5-9BC27AFCA076}" dt="2026-05-18T05:12:58.713" v="5497" actId="13822"/>
          <ac:cxnSpMkLst>
            <pc:docMk/>
            <pc:sldMk cId="0" sldId="275"/>
            <ac:cxnSpMk id="16" creationId="{3CBDF6B1-7261-CF6D-A2CC-CD23C65DEA67}"/>
          </ac:cxnSpMkLst>
        </pc:cxnChg>
      </pc:sldChg>
      <pc:sldChg chg="modSp add mod">
        <pc:chgData name="Jayalekshmi G" userId="7d9bf4d02a72ece4" providerId="LiveId" clId="{44C6DA86-762B-4AD9-9FC5-9BC27AFCA076}" dt="2026-05-18T07:04:40.010" v="6236" actId="207"/>
        <pc:sldMkLst>
          <pc:docMk/>
          <pc:sldMk cId="1752713850" sldId="276"/>
        </pc:sldMkLst>
        <pc:spChg chg="mod">
          <ac:chgData name="Jayalekshmi G" userId="7d9bf4d02a72ece4" providerId="LiveId" clId="{44C6DA86-762B-4AD9-9FC5-9BC27AFCA076}" dt="2026-05-18T07:04:10.480" v="6234" actId="207"/>
          <ac:spMkLst>
            <pc:docMk/>
            <pc:sldMk cId="1752713850" sldId="276"/>
            <ac:spMk id="2" creationId="{BDAE2134-B25C-4A30-9BD7-F519D34092FB}"/>
          </ac:spMkLst>
        </pc:spChg>
        <pc:spChg chg="mod">
          <ac:chgData name="Jayalekshmi G" userId="7d9bf4d02a72ece4" providerId="LiveId" clId="{44C6DA86-762B-4AD9-9FC5-9BC27AFCA076}" dt="2026-05-18T07:04:23.375" v="6235" actId="207"/>
          <ac:spMkLst>
            <pc:docMk/>
            <pc:sldMk cId="1752713850" sldId="276"/>
            <ac:spMk id="10" creationId="{37137C29-D74D-4A13-80EC-55D57513F9E7}"/>
          </ac:spMkLst>
        </pc:spChg>
        <pc:spChg chg="mod">
          <ac:chgData name="Jayalekshmi G" userId="7d9bf4d02a72ece4" providerId="LiveId" clId="{44C6DA86-762B-4AD9-9FC5-9BC27AFCA076}" dt="2026-05-18T07:04:40.010" v="6236" actId="207"/>
          <ac:spMkLst>
            <pc:docMk/>
            <pc:sldMk cId="1752713850" sldId="276"/>
            <ac:spMk id="13" creationId="{0A5BEE64-6290-4527-90A1-6F7F7FF8C34C}"/>
          </ac:spMkLst>
        </pc:spChg>
      </pc:sldChg>
      <pc:sldChg chg="addSp delSp modSp add del mod">
        <pc:chgData name="Jayalekshmi G" userId="7d9bf4d02a72ece4" providerId="LiveId" clId="{44C6DA86-762B-4AD9-9FC5-9BC27AFCA076}" dt="2026-05-24T12:45:19.939" v="6460" actId="20577"/>
        <pc:sldMkLst>
          <pc:docMk/>
          <pc:sldMk cId="4069842972" sldId="337"/>
        </pc:sldMkLst>
        <pc:spChg chg="add mod">
          <ac:chgData name="Jayalekshmi G" userId="7d9bf4d02a72ece4" providerId="LiveId" clId="{44C6DA86-762B-4AD9-9FC5-9BC27AFCA076}" dt="2026-05-18T05:13:36.213" v="5503" actId="1076"/>
          <ac:spMkLst>
            <pc:docMk/>
            <pc:sldMk cId="4069842972" sldId="337"/>
            <ac:spMk id="2" creationId="{89E49222-EBFD-FDFB-5E60-28E423425951}"/>
          </ac:spMkLst>
        </pc:spChg>
        <pc:spChg chg="mod">
          <ac:chgData name="Jayalekshmi G" userId="7d9bf4d02a72ece4" providerId="LiveId" clId="{44C6DA86-762B-4AD9-9FC5-9BC27AFCA076}" dt="2026-05-16T01:45:16.500" v="1254" actId="14100"/>
          <ac:spMkLst>
            <pc:docMk/>
            <pc:sldMk cId="4069842972" sldId="337"/>
            <ac:spMk id="3" creationId="{3A305B3C-6E0B-4B73-B025-CEF6BBC22DB3}"/>
          </ac:spMkLst>
        </pc:spChg>
        <pc:spChg chg="mod">
          <ac:chgData name="Jayalekshmi G" userId="7d9bf4d02a72ece4" providerId="LiveId" clId="{44C6DA86-762B-4AD9-9FC5-9BC27AFCA076}" dt="2026-05-16T01:38:04.468" v="1202" actId="14100"/>
          <ac:spMkLst>
            <pc:docMk/>
            <pc:sldMk cId="4069842972" sldId="337"/>
            <ac:spMk id="4" creationId="{9DD715FE-6EB8-4D35-C44F-990792046826}"/>
          </ac:spMkLst>
        </pc:spChg>
        <pc:spChg chg="mod">
          <ac:chgData name="Jayalekshmi G" userId="7d9bf4d02a72ece4" providerId="LiveId" clId="{44C6DA86-762B-4AD9-9FC5-9BC27AFCA076}" dt="2026-05-16T01:37:37.050" v="1198" actId="1076"/>
          <ac:spMkLst>
            <pc:docMk/>
            <pc:sldMk cId="4069842972" sldId="337"/>
            <ac:spMk id="5" creationId="{C6372C24-9FB0-B7AE-143B-A50D990C1836}"/>
          </ac:spMkLst>
        </pc:spChg>
        <pc:spChg chg="mod">
          <ac:chgData name="Jayalekshmi G" userId="7d9bf4d02a72ece4" providerId="LiveId" clId="{44C6DA86-762B-4AD9-9FC5-9BC27AFCA076}" dt="2026-05-16T01:37:42.378" v="1199" actId="1076"/>
          <ac:spMkLst>
            <pc:docMk/>
            <pc:sldMk cId="4069842972" sldId="337"/>
            <ac:spMk id="7" creationId="{6941243D-0000-0D4D-0570-4EE3DBEADAF7}"/>
          </ac:spMkLst>
        </pc:spChg>
        <pc:spChg chg="mod">
          <ac:chgData name="Jayalekshmi G" userId="7d9bf4d02a72ece4" providerId="LiveId" clId="{44C6DA86-762B-4AD9-9FC5-9BC27AFCA076}" dt="2026-05-18T05:13:56.414" v="5506" actId="255"/>
          <ac:spMkLst>
            <pc:docMk/>
            <pc:sldMk cId="4069842972" sldId="337"/>
            <ac:spMk id="8" creationId="{7936F6B0-0A75-E3F3-E9AA-5103428A58A6}"/>
          </ac:spMkLst>
        </pc:spChg>
        <pc:spChg chg="add mod">
          <ac:chgData name="Jayalekshmi G" userId="7d9bf4d02a72ece4" providerId="LiveId" clId="{44C6DA86-762B-4AD9-9FC5-9BC27AFCA076}" dt="2026-05-18T05:13:28.874" v="5502" actId="1076"/>
          <ac:spMkLst>
            <pc:docMk/>
            <pc:sldMk cId="4069842972" sldId="337"/>
            <ac:spMk id="9" creationId="{06435DBA-0C93-1B4C-E913-F257D2094C4D}"/>
          </ac:spMkLst>
        </pc:spChg>
        <pc:spChg chg="add mod">
          <ac:chgData name="Jayalekshmi G" userId="7d9bf4d02a72ece4" providerId="LiveId" clId="{44C6DA86-762B-4AD9-9FC5-9BC27AFCA076}" dt="2026-05-15T14:59:14.086" v="864"/>
          <ac:spMkLst>
            <pc:docMk/>
            <pc:sldMk cId="4069842972" sldId="337"/>
            <ac:spMk id="10" creationId="{817761C2-C4D2-45A0-6004-4EE1046E3E97}"/>
          </ac:spMkLst>
        </pc:spChg>
        <pc:spChg chg="mod">
          <ac:chgData name="Jayalekshmi G" userId="7d9bf4d02a72ece4" providerId="LiveId" clId="{44C6DA86-762B-4AD9-9FC5-9BC27AFCA076}" dt="2026-05-16T01:38:23.836" v="1208" actId="1076"/>
          <ac:spMkLst>
            <pc:docMk/>
            <pc:sldMk cId="4069842972" sldId="337"/>
            <ac:spMk id="11" creationId="{DAEC433F-8DD5-A271-0178-910EF02ACF5B}"/>
          </ac:spMkLst>
        </pc:spChg>
        <pc:spChg chg="mod">
          <ac:chgData name="Jayalekshmi G" userId="7d9bf4d02a72ece4" providerId="LiveId" clId="{44C6DA86-762B-4AD9-9FC5-9BC27AFCA076}" dt="2026-05-16T01:38:08.570" v="1203" actId="1076"/>
          <ac:spMkLst>
            <pc:docMk/>
            <pc:sldMk cId="4069842972" sldId="337"/>
            <ac:spMk id="12" creationId="{F17C9F29-0092-929E-A582-E3F01775171F}"/>
          </ac:spMkLst>
        </pc:spChg>
        <pc:spChg chg="mod">
          <ac:chgData name="Jayalekshmi G" userId="7d9bf4d02a72ece4" providerId="LiveId" clId="{44C6DA86-762B-4AD9-9FC5-9BC27AFCA076}" dt="2026-05-16T01:38:14.620" v="1205" actId="1076"/>
          <ac:spMkLst>
            <pc:docMk/>
            <pc:sldMk cId="4069842972" sldId="337"/>
            <ac:spMk id="14" creationId="{77D5874D-20D1-7AA9-623E-CDB84C556EC7}"/>
          </ac:spMkLst>
        </pc:spChg>
        <pc:spChg chg="mod">
          <ac:chgData name="Jayalekshmi G" userId="7d9bf4d02a72ece4" providerId="LiveId" clId="{44C6DA86-762B-4AD9-9FC5-9BC27AFCA076}" dt="2026-05-24T12:35:40.478" v="6446" actId="1076"/>
          <ac:spMkLst>
            <pc:docMk/>
            <pc:sldMk cId="4069842972" sldId="337"/>
            <ac:spMk id="15" creationId="{F353367A-0017-2DCC-A661-0CE807AEB0C5}"/>
          </ac:spMkLst>
        </pc:spChg>
        <pc:spChg chg="mod">
          <ac:chgData name="Jayalekshmi G" userId="7d9bf4d02a72ece4" providerId="LiveId" clId="{44C6DA86-762B-4AD9-9FC5-9BC27AFCA076}" dt="2026-05-24T12:45:19.939" v="6460" actId="20577"/>
          <ac:spMkLst>
            <pc:docMk/>
            <pc:sldMk cId="4069842972" sldId="337"/>
            <ac:spMk id="20" creationId="{8806AA92-E5D8-F9D6-2ADE-89AA5FD17342}"/>
          </ac:spMkLst>
        </pc:spChg>
        <pc:spChg chg="mod">
          <ac:chgData name="Jayalekshmi G" userId="7d9bf4d02a72ece4" providerId="LiveId" clId="{44C6DA86-762B-4AD9-9FC5-9BC27AFCA076}" dt="2026-05-16T01:39:01.587" v="1213" actId="14100"/>
          <ac:spMkLst>
            <pc:docMk/>
            <pc:sldMk cId="4069842972" sldId="337"/>
            <ac:spMk id="21" creationId="{9087E0DB-6383-BF2C-B3CD-A8C16189B5A0}"/>
          </ac:spMkLst>
        </pc:spChg>
        <pc:spChg chg="mod">
          <ac:chgData name="Jayalekshmi G" userId="7d9bf4d02a72ece4" providerId="LiveId" clId="{44C6DA86-762B-4AD9-9FC5-9BC27AFCA076}" dt="2026-05-16T01:38:33.995" v="1210" actId="1076"/>
          <ac:spMkLst>
            <pc:docMk/>
            <pc:sldMk cId="4069842972" sldId="337"/>
            <ac:spMk id="22" creationId="{832E4027-3C98-929C-4D3F-D6FD67F1003A}"/>
          </ac:spMkLst>
        </pc:spChg>
        <pc:spChg chg="mod">
          <ac:chgData name="Jayalekshmi G" userId="7d9bf4d02a72ece4" providerId="LiveId" clId="{44C6DA86-762B-4AD9-9FC5-9BC27AFCA076}" dt="2026-05-16T01:38:38.459" v="1211" actId="1076"/>
          <ac:spMkLst>
            <pc:docMk/>
            <pc:sldMk cId="4069842972" sldId="337"/>
            <ac:spMk id="24" creationId="{06911C73-ABAF-71BF-BAFD-F29347F8F672}"/>
          </ac:spMkLst>
        </pc:spChg>
        <pc:spChg chg="mod">
          <ac:chgData name="Jayalekshmi G" userId="7d9bf4d02a72ece4" providerId="LiveId" clId="{44C6DA86-762B-4AD9-9FC5-9BC27AFCA076}" dt="2026-05-16T01:42:00.526" v="1234" actId="120"/>
          <ac:spMkLst>
            <pc:docMk/>
            <pc:sldMk cId="4069842972" sldId="337"/>
            <ac:spMk id="25" creationId="{2ED2F197-CF00-7D97-2EDC-974024919169}"/>
          </ac:spMkLst>
        </pc:spChg>
        <pc:picChg chg="add mod ord">
          <ac:chgData name="Jayalekshmi G" userId="7d9bf4d02a72ece4" providerId="LiveId" clId="{44C6DA86-762B-4AD9-9FC5-9BC27AFCA076}" dt="2026-05-16T01:39:11.932" v="1215" actId="14100"/>
          <ac:picMkLst>
            <pc:docMk/>
            <pc:sldMk cId="4069842972" sldId="337"/>
            <ac:picMk id="33" creationId="{76C32D13-4EC0-893B-259D-326EEACCAF60}"/>
          </ac:picMkLst>
        </pc:picChg>
        <pc:cxnChg chg="add mod">
          <ac:chgData name="Jayalekshmi G" userId="7d9bf4d02a72ece4" providerId="LiveId" clId="{44C6DA86-762B-4AD9-9FC5-9BC27AFCA076}" dt="2026-05-18T05:13:39.635" v="5504" actId="1076"/>
          <ac:cxnSpMkLst>
            <pc:docMk/>
            <pc:sldMk cId="4069842972" sldId="337"/>
            <ac:cxnSpMk id="6" creationId="{D40112C3-89D8-FEB5-99F9-50238BA6FC28}"/>
          </ac:cxnSpMkLst>
        </pc:cxnChg>
      </pc:sldChg>
      <pc:sldChg chg="addSp delSp modSp new mod">
        <pc:chgData name="Jayalekshmi G" userId="7d9bf4d02a72ece4" providerId="LiveId" clId="{44C6DA86-762B-4AD9-9FC5-9BC27AFCA076}" dt="2026-05-24T12:53:28.178" v="6470" actId="20577"/>
        <pc:sldMkLst>
          <pc:docMk/>
          <pc:sldMk cId="2999066088" sldId="460"/>
        </pc:sldMkLst>
        <pc:spChg chg="add mod">
          <ac:chgData name="Jayalekshmi G" userId="7d9bf4d02a72ece4" providerId="LiveId" clId="{44C6DA86-762B-4AD9-9FC5-9BC27AFCA076}" dt="2026-05-16T02:19:39.818" v="1576" actId="1076"/>
          <ac:spMkLst>
            <pc:docMk/>
            <pc:sldMk cId="2999066088" sldId="460"/>
            <ac:spMk id="3" creationId="{2565AD8A-B23C-0215-CBEF-CA22440932FB}"/>
          </ac:spMkLst>
        </pc:spChg>
        <pc:spChg chg="add mod">
          <ac:chgData name="Jayalekshmi G" userId="7d9bf4d02a72ece4" providerId="LiveId" clId="{44C6DA86-762B-4AD9-9FC5-9BC27AFCA076}" dt="2026-05-16T01:52:28.955" v="1278"/>
          <ac:spMkLst>
            <pc:docMk/>
            <pc:sldMk cId="2999066088" sldId="460"/>
            <ac:spMk id="7" creationId="{F57C7CC0-90C7-F367-72D0-749E4D5B24DA}"/>
          </ac:spMkLst>
        </pc:spChg>
        <pc:spChg chg="add mod">
          <ac:chgData name="Jayalekshmi G" userId="7d9bf4d02a72ece4" providerId="LiveId" clId="{44C6DA86-762B-4AD9-9FC5-9BC27AFCA076}" dt="2026-05-16T01:52:46.767" v="1279"/>
          <ac:spMkLst>
            <pc:docMk/>
            <pc:sldMk cId="2999066088" sldId="460"/>
            <ac:spMk id="8" creationId="{CB35F658-5036-6D54-A614-44712C833BC8}"/>
          </ac:spMkLst>
        </pc:spChg>
        <pc:spChg chg="add mod">
          <ac:chgData name="Jayalekshmi G" userId="7d9bf4d02a72ece4" providerId="LiveId" clId="{44C6DA86-762B-4AD9-9FC5-9BC27AFCA076}" dt="2026-05-16T06:49:18.292" v="1697" actId="1076"/>
          <ac:spMkLst>
            <pc:docMk/>
            <pc:sldMk cId="2999066088" sldId="460"/>
            <ac:spMk id="9" creationId="{2467B33E-9025-3040-0B49-F2F1F1411FD0}"/>
          </ac:spMkLst>
        </pc:spChg>
        <pc:spChg chg="add mod">
          <ac:chgData name="Jayalekshmi G" userId="7d9bf4d02a72ece4" providerId="LiveId" clId="{44C6DA86-762B-4AD9-9FC5-9BC27AFCA076}" dt="2026-05-16T06:49:30.068" v="1699" actId="1076"/>
          <ac:spMkLst>
            <pc:docMk/>
            <pc:sldMk cId="2999066088" sldId="460"/>
            <ac:spMk id="10" creationId="{05B85CDE-5886-875D-22E0-54597BAD56B8}"/>
          </ac:spMkLst>
        </pc:spChg>
        <pc:spChg chg="add mod">
          <ac:chgData name="Jayalekshmi G" userId="7d9bf4d02a72ece4" providerId="LiveId" clId="{44C6DA86-762B-4AD9-9FC5-9BC27AFCA076}" dt="2026-05-16T06:49:22.124" v="1698" actId="1076"/>
          <ac:spMkLst>
            <pc:docMk/>
            <pc:sldMk cId="2999066088" sldId="460"/>
            <ac:spMk id="12" creationId="{DB2AB9DC-76BB-3FC0-3C50-C8ED19AEDD39}"/>
          </ac:spMkLst>
        </pc:spChg>
        <pc:spChg chg="add mod">
          <ac:chgData name="Jayalekshmi G" userId="7d9bf4d02a72ece4" providerId="LiveId" clId="{44C6DA86-762B-4AD9-9FC5-9BC27AFCA076}" dt="2026-05-16T02:14:58.446" v="1512" actId="1076"/>
          <ac:spMkLst>
            <pc:docMk/>
            <pc:sldMk cId="2999066088" sldId="460"/>
            <ac:spMk id="37" creationId="{54578EB2-8902-198E-2B8A-1E16F2486402}"/>
          </ac:spMkLst>
        </pc:spChg>
        <pc:spChg chg="add mod">
          <ac:chgData name="Jayalekshmi G" userId="7d9bf4d02a72ece4" providerId="LiveId" clId="{44C6DA86-762B-4AD9-9FC5-9BC27AFCA076}" dt="2026-05-16T02:14:55.658" v="1511" actId="1076"/>
          <ac:spMkLst>
            <pc:docMk/>
            <pc:sldMk cId="2999066088" sldId="460"/>
            <ac:spMk id="38" creationId="{72A2FE37-D5D5-EEA9-26C5-BE34187C5785}"/>
          </ac:spMkLst>
        </pc:spChg>
        <pc:spChg chg="add mod">
          <ac:chgData name="Jayalekshmi G" userId="7d9bf4d02a72ece4" providerId="LiveId" clId="{44C6DA86-762B-4AD9-9FC5-9BC27AFCA076}" dt="2026-05-16T02:14:46.662" v="1508" actId="1076"/>
          <ac:spMkLst>
            <pc:docMk/>
            <pc:sldMk cId="2999066088" sldId="460"/>
            <ac:spMk id="39" creationId="{3ADB4EA7-EC56-6E5E-3D73-B355BA007177}"/>
          </ac:spMkLst>
        </pc:spChg>
        <pc:spChg chg="add mod">
          <ac:chgData name="Jayalekshmi G" userId="7d9bf4d02a72ece4" providerId="LiveId" clId="{44C6DA86-762B-4AD9-9FC5-9BC27AFCA076}" dt="2026-05-18T05:15:56.821" v="5512" actId="1076"/>
          <ac:spMkLst>
            <pc:docMk/>
            <pc:sldMk cId="2999066088" sldId="460"/>
            <ac:spMk id="40" creationId="{9C626C3D-6E89-624C-1A02-559C1492B268}"/>
          </ac:spMkLst>
        </pc:spChg>
        <pc:spChg chg="add mod">
          <ac:chgData name="Jayalekshmi G" userId="7d9bf4d02a72ece4" providerId="LiveId" clId="{44C6DA86-762B-4AD9-9FC5-9BC27AFCA076}" dt="2026-05-16T02:17:24.870" v="1548" actId="1076"/>
          <ac:spMkLst>
            <pc:docMk/>
            <pc:sldMk cId="2999066088" sldId="460"/>
            <ac:spMk id="41" creationId="{DB6F1886-3EDC-4B2D-C05A-191315D2976E}"/>
          </ac:spMkLst>
        </pc:spChg>
        <pc:spChg chg="add mod">
          <ac:chgData name="Jayalekshmi G" userId="7d9bf4d02a72ece4" providerId="LiveId" clId="{44C6DA86-762B-4AD9-9FC5-9BC27AFCA076}" dt="2026-05-16T02:17:38.260" v="1550" actId="1076"/>
          <ac:spMkLst>
            <pc:docMk/>
            <pc:sldMk cId="2999066088" sldId="460"/>
            <ac:spMk id="42" creationId="{5573D5BF-1F31-763F-DC32-578A33FDCB83}"/>
          </ac:spMkLst>
        </pc:spChg>
        <pc:spChg chg="add mod">
          <ac:chgData name="Jayalekshmi G" userId="7d9bf4d02a72ece4" providerId="LiveId" clId="{44C6DA86-762B-4AD9-9FC5-9BC27AFCA076}" dt="2026-05-16T02:17:41.766" v="1551" actId="1076"/>
          <ac:spMkLst>
            <pc:docMk/>
            <pc:sldMk cId="2999066088" sldId="460"/>
            <ac:spMk id="43" creationId="{70FCA481-6E1C-684B-9F4E-E4DC82BE6526}"/>
          </ac:spMkLst>
        </pc:spChg>
        <pc:spChg chg="add mod">
          <ac:chgData name="Jayalekshmi G" userId="7d9bf4d02a72ece4" providerId="LiveId" clId="{44C6DA86-762B-4AD9-9FC5-9BC27AFCA076}" dt="2026-05-16T02:16:53.597" v="1541" actId="1076"/>
          <ac:spMkLst>
            <pc:docMk/>
            <pc:sldMk cId="2999066088" sldId="460"/>
            <ac:spMk id="44" creationId="{99570943-F09F-9086-4A22-8DB53DBEE349}"/>
          </ac:spMkLst>
        </pc:spChg>
        <pc:spChg chg="add mod">
          <ac:chgData name="Jayalekshmi G" userId="7d9bf4d02a72ece4" providerId="LiveId" clId="{44C6DA86-762B-4AD9-9FC5-9BC27AFCA076}" dt="2026-05-16T02:16:35.845" v="1537" actId="1076"/>
          <ac:spMkLst>
            <pc:docMk/>
            <pc:sldMk cId="2999066088" sldId="460"/>
            <ac:spMk id="45" creationId="{7E1B1D7B-0A9D-98DF-3FB1-BB3198CCF1B1}"/>
          </ac:spMkLst>
        </pc:spChg>
        <pc:spChg chg="add mod">
          <ac:chgData name="Jayalekshmi G" userId="7d9bf4d02a72ece4" providerId="LiveId" clId="{44C6DA86-762B-4AD9-9FC5-9BC27AFCA076}" dt="2026-05-16T02:16:49.501" v="1540" actId="1076"/>
          <ac:spMkLst>
            <pc:docMk/>
            <pc:sldMk cId="2999066088" sldId="460"/>
            <ac:spMk id="46" creationId="{16630C9B-6D97-33A6-F913-C76529384613}"/>
          </ac:spMkLst>
        </pc:spChg>
        <pc:spChg chg="add mod">
          <ac:chgData name="Jayalekshmi G" userId="7d9bf4d02a72ece4" providerId="LiveId" clId="{44C6DA86-762B-4AD9-9FC5-9BC27AFCA076}" dt="2026-05-16T02:17:16.139" v="1547" actId="1076"/>
          <ac:spMkLst>
            <pc:docMk/>
            <pc:sldMk cId="2999066088" sldId="460"/>
            <ac:spMk id="47" creationId="{06F68B57-7BA6-326C-167E-1CF3670A5028}"/>
          </ac:spMkLst>
        </pc:spChg>
        <pc:spChg chg="add mod">
          <ac:chgData name="Jayalekshmi G" userId="7d9bf4d02a72ece4" providerId="LiveId" clId="{44C6DA86-762B-4AD9-9FC5-9BC27AFCA076}" dt="2026-05-16T06:49:48.034" v="1701" actId="688"/>
          <ac:spMkLst>
            <pc:docMk/>
            <pc:sldMk cId="2999066088" sldId="460"/>
            <ac:spMk id="48" creationId="{4BD0F500-EFB4-551A-2CB5-CDF52EDC0051}"/>
          </ac:spMkLst>
        </pc:spChg>
        <pc:spChg chg="add mod">
          <ac:chgData name="Jayalekshmi G" userId="7d9bf4d02a72ece4" providerId="LiveId" clId="{44C6DA86-762B-4AD9-9FC5-9BC27AFCA076}" dt="2026-05-16T06:49:57.909" v="1702" actId="1076"/>
          <ac:spMkLst>
            <pc:docMk/>
            <pc:sldMk cId="2999066088" sldId="460"/>
            <ac:spMk id="49" creationId="{86462740-11D5-092C-59C4-F73F1E6AD4B2}"/>
          </ac:spMkLst>
        </pc:spChg>
        <pc:spChg chg="add mod">
          <ac:chgData name="Jayalekshmi G" userId="7d9bf4d02a72ece4" providerId="LiveId" clId="{44C6DA86-762B-4AD9-9FC5-9BC27AFCA076}" dt="2026-05-16T02:20:56.437" v="1592" actId="14100"/>
          <ac:spMkLst>
            <pc:docMk/>
            <pc:sldMk cId="2999066088" sldId="460"/>
            <ac:spMk id="55" creationId="{436C99CF-3BAD-E8C9-FF73-F0E126992C76}"/>
          </ac:spMkLst>
        </pc:spChg>
        <pc:spChg chg="add mod">
          <ac:chgData name="Jayalekshmi G" userId="7d9bf4d02a72ece4" providerId="LiveId" clId="{44C6DA86-762B-4AD9-9FC5-9BC27AFCA076}" dt="2026-05-16T02:21:39.966" v="1596" actId="207"/>
          <ac:spMkLst>
            <pc:docMk/>
            <pc:sldMk cId="2999066088" sldId="460"/>
            <ac:spMk id="56" creationId="{21990329-8D13-61D3-5DC1-344726CE4F30}"/>
          </ac:spMkLst>
        </pc:spChg>
        <pc:spChg chg="add mod">
          <ac:chgData name="Jayalekshmi G" userId="7d9bf4d02a72ece4" providerId="LiveId" clId="{44C6DA86-762B-4AD9-9FC5-9BC27AFCA076}" dt="2026-05-24T12:53:28.178" v="6470" actId="20577"/>
          <ac:spMkLst>
            <pc:docMk/>
            <pc:sldMk cId="2999066088" sldId="460"/>
            <ac:spMk id="58" creationId="{AF0736B4-620B-847E-D060-95BEF76AC484}"/>
          </ac:spMkLst>
        </pc:spChg>
        <pc:spChg chg="add mod">
          <ac:chgData name="Jayalekshmi G" userId="7d9bf4d02a72ece4" providerId="LiveId" clId="{44C6DA86-762B-4AD9-9FC5-9BC27AFCA076}" dt="2026-05-16T02:24:43.974" v="1609" actId="14100"/>
          <ac:spMkLst>
            <pc:docMk/>
            <pc:sldMk cId="2999066088" sldId="460"/>
            <ac:spMk id="59" creationId="{752E43DD-DE9D-2499-70D1-EA452412E2AA}"/>
          </ac:spMkLst>
        </pc:spChg>
        <pc:picChg chg="add mod">
          <ac:chgData name="Jayalekshmi G" userId="7d9bf4d02a72ece4" providerId="LiveId" clId="{44C6DA86-762B-4AD9-9FC5-9BC27AFCA076}" dt="2026-05-16T06:49:15.073" v="1696" actId="1076"/>
          <ac:picMkLst>
            <pc:docMk/>
            <pc:sldMk cId="2999066088" sldId="460"/>
            <ac:picMk id="34" creationId="{6652CB50-18C9-220A-807F-100E60370594}"/>
          </ac:picMkLst>
        </pc:picChg>
        <pc:picChg chg="add mod">
          <ac:chgData name="Jayalekshmi G" userId="7d9bf4d02a72ece4" providerId="LiveId" clId="{44C6DA86-762B-4AD9-9FC5-9BC27AFCA076}" dt="2026-05-16T02:17:56.338" v="1555" actId="1076"/>
          <ac:picMkLst>
            <pc:docMk/>
            <pc:sldMk cId="2999066088" sldId="460"/>
            <ac:picMk id="50" creationId="{D8FD7F67-0054-FCF5-1234-F2B592979073}"/>
          </ac:picMkLst>
        </pc:picChg>
        <pc:picChg chg="add mod">
          <ac:chgData name="Jayalekshmi G" userId="7d9bf4d02a72ece4" providerId="LiveId" clId="{44C6DA86-762B-4AD9-9FC5-9BC27AFCA076}" dt="2026-05-16T02:18:12.215" v="1560" actId="14100"/>
          <ac:picMkLst>
            <pc:docMk/>
            <pc:sldMk cId="2999066088" sldId="460"/>
            <ac:picMk id="51" creationId="{ABB55146-16C0-AEA8-02B7-A1E30980ACE7}"/>
          </ac:picMkLst>
        </pc:picChg>
        <pc:picChg chg="add mod">
          <ac:chgData name="Jayalekshmi G" userId="7d9bf4d02a72ece4" providerId="LiveId" clId="{44C6DA86-762B-4AD9-9FC5-9BC27AFCA076}" dt="2026-05-16T02:18:24.709" v="1563" actId="14100"/>
          <ac:picMkLst>
            <pc:docMk/>
            <pc:sldMk cId="2999066088" sldId="460"/>
            <ac:picMk id="52" creationId="{D88CD0F2-9289-0DB4-24E8-3E87C772B5A7}"/>
          </ac:picMkLst>
        </pc:picChg>
        <pc:cxnChg chg="add mod">
          <ac:chgData name="Jayalekshmi G" userId="7d9bf4d02a72ece4" providerId="LiveId" clId="{44C6DA86-762B-4AD9-9FC5-9BC27AFCA076}" dt="2026-05-18T05:44:34.851" v="5687" actId="14100"/>
          <ac:cxnSpMkLst>
            <pc:docMk/>
            <pc:sldMk cId="2999066088" sldId="460"/>
            <ac:cxnSpMk id="2" creationId="{202CFDD2-59FC-AC1C-F5C5-F656D45C4763}"/>
          </ac:cxnSpMkLst>
        </pc:cxnChg>
      </pc:sldChg>
      <pc:sldChg chg="addSp delSp modSp new mod modNotes">
        <pc:chgData name="Jayalekshmi G" userId="7d9bf4d02a72ece4" providerId="LiveId" clId="{44C6DA86-762B-4AD9-9FC5-9BC27AFCA076}" dt="2026-05-18T09:16:08.960" v="6384" actId="6549"/>
        <pc:sldMkLst>
          <pc:docMk/>
          <pc:sldMk cId="274856661" sldId="461"/>
        </pc:sldMkLst>
        <pc:spChg chg="add mod">
          <ac:chgData name="Jayalekshmi G" userId="7d9bf4d02a72ece4" providerId="LiveId" clId="{44C6DA86-762B-4AD9-9FC5-9BC27AFCA076}" dt="2026-05-17T02:03:50.767" v="2791"/>
          <ac:spMkLst>
            <pc:docMk/>
            <pc:sldMk cId="274856661" sldId="461"/>
            <ac:spMk id="2" creationId="{AEF118ED-2C9A-1A83-4336-7BFF7BCFA60A}"/>
          </ac:spMkLst>
        </pc:spChg>
        <pc:spChg chg="add mod">
          <ac:chgData name="Jayalekshmi G" userId="7d9bf4d02a72ece4" providerId="LiveId" clId="{44C6DA86-762B-4AD9-9FC5-9BC27AFCA076}" dt="2026-05-17T02:03:56.732" v="2792"/>
          <ac:spMkLst>
            <pc:docMk/>
            <pc:sldMk cId="274856661" sldId="461"/>
            <ac:spMk id="3" creationId="{C03E43C9-C385-2BA3-6CCE-82F885647D1D}"/>
          </ac:spMkLst>
        </pc:spChg>
        <pc:spChg chg="add mod">
          <ac:chgData name="Jayalekshmi G" userId="7d9bf4d02a72ece4" providerId="LiveId" clId="{44C6DA86-762B-4AD9-9FC5-9BC27AFCA076}" dt="2026-05-18T05:57:12.235" v="5772" actId="207"/>
          <ac:spMkLst>
            <pc:docMk/>
            <pc:sldMk cId="274856661" sldId="461"/>
            <ac:spMk id="10" creationId="{10A7586B-77D7-1228-33CF-B52B65513A23}"/>
          </ac:spMkLst>
        </pc:spChg>
        <pc:spChg chg="add mod">
          <ac:chgData name="Jayalekshmi G" userId="7d9bf4d02a72ece4" providerId="LiveId" clId="{44C6DA86-762B-4AD9-9FC5-9BC27AFCA076}" dt="2026-05-17T06:46:17.900" v="3647" actId="1076"/>
          <ac:spMkLst>
            <pc:docMk/>
            <pc:sldMk cId="274856661" sldId="461"/>
            <ac:spMk id="11" creationId="{A99D2C37-BB10-F845-2BDF-E4926439D928}"/>
          </ac:spMkLst>
        </pc:spChg>
        <pc:spChg chg="add mod">
          <ac:chgData name="Jayalekshmi G" userId="7d9bf4d02a72ece4" providerId="LiveId" clId="{44C6DA86-762B-4AD9-9FC5-9BC27AFCA076}" dt="2026-05-18T08:54:51.527" v="6247" actId="20577"/>
          <ac:spMkLst>
            <pc:docMk/>
            <pc:sldMk cId="274856661" sldId="461"/>
            <ac:spMk id="12" creationId="{A7B6C592-05D8-50FE-B820-650226D2855B}"/>
          </ac:spMkLst>
        </pc:spChg>
        <pc:picChg chg="add mod">
          <ac:chgData name="Jayalekshmi G" userId="7d9bf4d02a72ece4" providerId="LiveId" clId="{44C6DA86-762B-4AD9-9FC5-9BC27AFCA076}" dt="2026-05-17T06:46:11.187" v="3646" actId="14100"/>
          <ac:picMkLst>
            <pc:docMk/>
            <pc:sldMk cId="274856661" sldId="461"/>
            <ac:picMk id="14" creationId="{60B5C0FF-42D8-0E8D-E620-DAD761C154EE}"/>
          </ac:picMkLst>
        </pc:picChg>
        <pc:cxnChg chg="add mod">
          <ac:chgData name="Jayalekshmi G" userId="7d9bf4d02a72ece4" providerId="LiveId" clId="{44C6DA86-762B-4AD9-9FC5-9BC27AFCA076}" dt="2026-05-17T15:44:40.797" v="4465" actId="1076"/>
          <ac:cxnSpMkLst>
            <pc:docMk/>
            <pc:sldMk cId="274856661" sldId="461"/>
            <ac:cxnSpMk id="8" creationId="{320C3E8B-A764-4F66-2FB6-D5941BA90B0B}"/>
          </ac:cxnSpMkLst>
        </pc:cxnChg>
      </pc:sldChg>
      <pc:sldChg chg="addSp delSp modSp add mod">
        <pc:chgData name="Jayalekshmi G" userId="7d9bf4d02a72ece4" providerId="LiveId" clId="{44C6DA86-762B-4AD9-9FC5-9BC27AFCA076}" dt="2026-05-18T08:55:41.995" v="6257" actId="1076"/>
        <pc:sldMkLst>
          <pc:docMk/>
          <pc:sldMk cId="1227189553" sldId="462"/>
        </pc:sldMkLst>
        <pc:spChg chg="mod">
          <ac:chgData name="Jayalekshmi G" userId="7d9bf4d02a72ece4" providerId="LiveId" clId="{44C6DA86-762B-4AD9-9FC5-9BC27AFCA076}" dt="2026-05-17T03:28:48.325" v="3074" actId="1076"/>
          <ac:spMkLst>
            <pc:docMk/>
            <pc:sldMk cId="1227189553" sldId="462"/>
            <ac:spMk id="11" creationId="{3FFDB9B6-6362-420E-D433-755C4979C14E}"/>
          </ac:spMkLst>
        </pc:spChg>
        <pc:spChg chg="mod">
          <ac:chgData name="Jayalekshmi G" userId="7d9bf4d02a72ece4" providerId="LiveId" clId="{44C6DA86-762B-4AD9-9FC5-9BC27AFCA076}" dt="2026-05-18T08:55:41.995" v="6257" actId="1076"/>
          <ac:spMkLst>
            <pc:docMk/>
            <pc:sldMk cId="1227189553" sldId="462"/>
            <ac:spMk id="12" creationId="{0000B187-B15E-2EF3-1C50-4059C28C30B3}"/>
          </ac:spMkLst>
        </pc:spChg>
        <pc:spChg chg="add mod">
          <ac:chgData name="Jayalekshmi G" userId="7d9bf4d02a72ece4" providerId="LiveId" clId="{44C6DA86-762B-4AD9-9FC5-9BC27AFCA076}" dt="2026-05-18T05:43:58.764" v="5683" actId="113"/>
          <ac:spMkLst>
            <pc:docMk/>
            <pc:sldMk cId="1227189553" sldId="462"/>
            <ac:spMk id="13" creationId="{7BBFDCD2-5400-2EA0-0DAD-C9978BF94FB7}"/>
          </ac:spMkLst>
        </pc:spChg>
        <pc:picChg chg="add mod">
          <ac:chgData name="Jayalekshmi G" userId="7d9bf4d02a72ece4" providerId="LiveId" clId="{44C6DA86-762B-4AD9-9FC5-9BC27AFCA076}" dt="2026-05-18T05:47:12.974" v="5710" actId="14100"/>
          <ac:picMkLst>
            <pc:docMk/>
            <pc:sldMk cId="1227189553" sldId="462"/>
            <ac:picMk id="10" creationId="{B7A31992-57E6-B31B-D6AC-98A40EB734E1}"/>
          </ac:picMkLst>
        </pc:picChg>
        <pc:cxnChg chg="add del mod">
          <ac:chgData name="Jayalekshmi G" userId="7d9bf4d02a72ece4" providerId="LiveId" clId="{44C6DA86-762B-4AD9-9FC5-9BC27AFCA076}" dt="2026-05-18T05:46:48.765" v="5708" actId="1037"/>
          <ac:cxnSpMkLst>
            <pc:docMk/>
            <pc:sldMk cId="1227189553" sldId="462"/>
            <ac:cxnSpMk id="15" creationId="{48241201-29F8-8D9D-A926-5E1E99DC4DF5}"/>
          </ac:cxnSpMkLst>
        </pc:cxnChg>
      </pc:sldChg>
      <pc:sldChg chg="addSp delSp modSp add mod">
        <pc:chgData name="Jayalekshmi G" userId="7d9bf4d02a72ece4" providerId="LiveId" clId="{44C6DA86-762B-4AD9-9FC5-9BC27AFCA076}" dt="2026-05-18T08:57:06.304" v="6267" actId="20577"/>
        <pc:sldMkLst>
          <pc:docMk/>
          <pc:sldMk cId="216565290" sldId="463"/>
        </pc:sldMkLst>
        <pc:spChg chg="add mod">
          <ac:chgData name="Jayalekshmi G" userId="7d9bf4d02a72ece4" providerId="LiveId" clId="{44C6DA86-762B-4AD9-9FC5-9BC27AFCA076}" dt="2026-05-18T05:48:08.443" v="5716" actId="14100"/>
          <ac:spMkLst>
            <pc:docMk/>
            <pc:sldMk cId="216565290" sldId="463"/>
            <ac:spMk id="9" creationId="{1CA928D4-1CA1-3984-D56B-9BACFBA43BA6}"/>
          </ac:spMkLst>
        </pc:spChg>
        <pc:spChg chg="mod">
          <ac:chgData name="Jayalekshmi G" userId="7d9bf4d02a72ece4" providerId="LiveId" clId="{44C6DA86-762B-4AD9-9FC5-9BC27AFCA076}" dt="2026-05-18T06:20:32.875" v="5871" actId="1076"/>
          <ac:spMkLst>
            <pc:docMk/>
            <pc:sldMk cId="216565290" sldId="463"/>
            <ac:spMk id="11" creationId="{FF290F31-B360-6A36-7900-3223587D6FC7}"/>
          </ac:spMkLst>
        </pc:spChg>
        <pc:spChg chg="mod">
          <ac:chgData name="Jayalekshmi G" userId="7d9bf4d02a72ece4" providerId="LiveId" clId="{44C6DA86-762B-4AD9-9FC5-9BC27AFCA076}" dt="2026-05-18T08:57:06.304" v="6267" actId="20577"/>
          <ac:spMkLst>
            <pc:docMk/>
            <pc:sldMk cId="216565290" sldId="463"/>
            <ac:spMk id="12" creationId="{9785061A-EA2F-95AB-F255-B4FA31A97CFB}"/>
          </ac:spMkLst>
        </pc:spChg>
        <pc:picChg chg="add mod">
          <ac:chgData name="Jayalekshmi G" userId="7d9bf4d02a72ece4" providerId="LiveId" clId="{44C6DA86-762B-4AD9-9FC5-9BC27AFCA076}" dt="2026-05-17T06:50:23.681" v="3660" actId="14100"/>
          <ac:picMkLst>
            <pc:docMk/>
            <pc:sldMk cId="216565290" sldId="463"/>
            <ac:picMk id="10" creationId="{BDB066B7-531A-C548-8AA1-D18D5B10F3F1}"/>
          </ac:picMkLst>
        </pc:picChg>
        <pc:cxnChg chg="add mod">
          <ac:chgData name="Jayalekshmi G" userId="7d9bf4d02a72ece4" providerId="LiveId" clId="{44C6DA86-762B-4AD9-9FC5-9BC27AFCA076}" dt="2026-05-18T05:48:20.585" v="5722" actId="1038"/>
          <ac:cxnSpMkLst>
            <pc:docMk/>
            <pc:sldMk cId="216565290" sldId="463"/>
            <ac:cxnSpMk id="13" creationId="{AA7D08EB-8367-43E4-33C0-933A91C01EF0}"/>
          </ac:cxnSpMkLst>
        </pc:cxnChg>
      </pc:sldChg>
      <pc:sldChg chg="addSp delSp modSp add mod">
        <pc:chgData name="Jayalekshmi G" userId="7d9bf4d02a72ece4" providerId="LiveId" clId="{44C6DA86-762B-4AD9-9FC5-9BC27AFCA076}" dt="2026-05-18T08:59:50.249" v="6286" actId="1076"/>
        <pc:sldMkLst>
          <pc:docMk/>
          <pc:sldMk cId="2984349645" sldId="464"/>
        </pc:sldMkLst>
        <pc:spChg chg="add mod">
          <ac:chgData name="Jayalekshmi G" userId="7d9bf4d02a72ece4" providerId="LiveId" clId="{44C6DA86-762B-4AD9-9FC5-9BC27AFCA076}" dt="2026-05-18T05:50:51.086" v="5726" actId="20577"/>
          <ac:spMkLst>
            <pc:docMk/>
            <pc:sldMk cId="2984349645" sldId="464"/>
            <ac:spMk id="7" creationId="{12925AE8-4CA8-60BF-92FF-5BD96146CBA4}"/>
          </ac:spMkLst>
        </pc:spChg>
        <pc:spChg chg="mod">
          <ac:chgData name="Jayalekshmi G" userId="7d9bf4d02a72ece4" providerId="LiveId" clId="{44C6DA86-762B-4AD9-9FC5-9BC27AFCA076}" dt="2026-05-18T06:20:42.562" v="5872" actId="1076"/>
          <ac:spMkLst>
            <pc:docMk/>
            <pc:sldMk cId="2984349645" sldId="464"/>
            <ac:spMk id="11" creationId="{140B1723-4792-C165-1794-66A45E1A38CA}"/>
          </ac:spMkLst>
        </pc:spChg>
        <pc:spChg chg="mod">
          <ac:chgData name="Jayalekshmi G" userId="7d9bf4d02a72ece4" providerId="LiveId" clId="{44C6DA86-762B-4AD9-9FC5-9BC27AFCA076}" dt="2026-05-18T08:59:50.249" v="6286" actId="1076"/>
          <ac:spMkLst>
            <pc:docMk/>
            <pc:sldMk cId="2984349645" sldId="464"/>
            <ac:spMk id="12" creationId="{A4665035-E69B-4A60-E552-346D3261FC78}"/>
          </ac:spMkLst>
        </pc:spChg>
        <pc:picChg chg="add mod">
          <ac:chgData name="Jayalekshmi G" userId="7d9bf4d02a72ece4" providerId="LiveId" clId="{44C6DA86-762B-4AD9-9FC5-9BC27AFCA076}" dt="2026-05-18T05:50:59.767" v="5727" actId="14100"/>
          <ac:picMkLst>
            <pc:docMk/>
            <pc:sldMk cId="2984349645" sldId="464"/>
            <ac:picMk id="14" creationId="{0E712B6B-8D4A-727D-A80E-BF2004A72793}"/>
          </ac:picMkLst>
        </pc:picChg>
        <pc:cxnChg chg="add mod">
          <ac:chgData name="Jayalekshmi G" userId="7d9bf4d02a72ece4" providerId="LiveId" clId="{44C6DA86-762B-4AD9-9FC5-9BC27AFCA076}" dt="2026-05-17T15:48:44.609" v="4503" actId="1076"/>
          <ac:cxnSpMkLst>
            <pc:docMk/>
            <pc:sldMk cId="2984349645" sldId="464"/>
            <ac:cxnSpMk id="6" creationId="{4EF2CFF7-6BD6-7A1A-0486-D57F9FA42873}"/>
          </ac:cxnSpMkLst>
        </pc:cxnChg>
      </pc:sldChg>
      <pc:sldChg chg="addSp delSp modSp add mod">
        <pc:chgData name="Jayalekshmi G" userId="7d9bf4d02a72ece4" providerId="LiveId" clId="{44C6DA86-762B-4AD9-9FC5-9BC27AFCA076}" dt="2026-05-24T13:56:13.148" v="6481" actId="20577"/>
        <pc:sldMkLst>
          <pc:docMk/>
          <pc:sldMk cId="2912473762" sldId="465"/>
        </pc:sldMkLst>
        <pc:spChg chg="add mod">
          <ac:chgData name="Jayalekshmi G" userId="7d9bf4d02a72ece4" providerId="LiveId" clId="{44C6DA86-762B-4AD9-9FC5-9BC27AFCA076}" dt="2026-05-18T05:51:53.981" v="5734" actId="113"/>
          <ac:spMkLst>
            <pc:docMk/>
            <pc:sldMk cId="2912473762" sldId="465"/>
            <ac:spMk id="6" creationId="{39EB9361-635B-F8BC-74A8-DC9436E36D87}"/>
          </ac:spMkLst>
        </pc:spChg>
        <pc:spChg chg="mod">
          <ac:chgData name="Jayalekshmi G" userId="7d9bf4d02a72ece4" providerId="LiveId" clId="{44C6DA86-762B-4AD9-9FC5-9BC27AFCA076}" dt="2026-05-24T13:56:13.148" v="6481" actId="20577"/>
          <ac:spMkLst>
            <pc:docMk/>
            <pc:sldMk cId="2912473762" sldId="465"/>
            <ac:spMk id="11" creationId="{F458754E-3A48-206E-C59E-BF02DBB05CEF}"/>
          </ac:spMkLst>
        </pc:spChg>
        <pc:spChg chg="mod">
          <ac:chgData name="Jayalekshmi G" userId="7d9bf4d02a72ece4" providerId="LiveId" clId="{44C6DA86-762B-4AD9-9FC5-9BC27AFCA076}" dt="2026-05-18T09:01:31.575" v="6327" actId="1076"/>
          <ac:spMkLst>
            <pc:docMk/>
            <pc:sldMk cId="2912473762" sldId="465"/>
            <ac:spMk id="12" creationId="{8A82D7B0-FC7E-FA4D-7998-18C9176D3083}"/>
          </ac:spMkLst>
        </pc:spChg>
        <pc:picChg chg="add mod modCrop">
          <ac:chgData name="Jayalekshmi G" userId="7d9bf4d02a72ece4" providerId="LiveId" clId="{44C6DA86-762B-4AD9-9FC5-9BC27AFCA076}" dt="2026-05-18T05:52:18.057" v="5737" actId="465"/>
          <ac:picMkLst>
            <pc:docMk/>
            <pc:sldMk cId="2912473762" sldId="465"/>
            <ac:picMk id="13" creationId="{5D96595C-F500-3A17-FA98-EB8C7643CB54}"/>
          </ac:picMkLst>
        </pc:picChg>
        <pc:cxnChg chg="add mod">
          <ac:chgData name="Jayalekshmi G" userId="7d9bf4d02a72ece4" providerId="LiveId" clId="{44C6DA86-762B-4AD9-9FC5-9BC27AFCA076}" dt="2026-05-17T15:51:15.157" v="4576" actId="14100"/>
          <ac:cxnSpMkLst>
            <pc:docMk/>
            <pc:sldMk cId="2912473762" sldId="465"/>
            <ac:cxnSpMk id="7" creationId="{46FB35A7-AE73-5DA7-6467-F0C81164F0D4}"/>
          </ac:cxnSpMkLst>
        </pc:cxnChg>
      </pc:sldChg>
      <pc:sldChg chg="addSp delSp modSp add mod">
        <pc:chgData name="Jayalekshmi G" userId="7d9bf4d02a72ece4" providerId="LiveId" clId="{44C6DA86-762B-4AD9-9FC5-9BC27AFCA076}" dt="2026-05-24T13:56:36.974" v="6482" actId="20577"/>
        <pc:sldMkLst>
          <pc:docMk/>
          <pc:sldMk cId="2344059966" sldId="466"/>
        </pc:sldMkLst>
        <pc:spChg chg="add mod">
          <ac:chgData name="Jayalekshmi G" userId="7d9bf4d02a72ece4" providerId="LiveId" clId="{44C6DA86-762B-4AD9-9FC5-9BC27AFCA076}" dt="2026-05-18T05:52:51.444" v="5739" actId="113"/>
          <ac:spMkLst>
            <pc:docMk/>
            <pc:sldMk cId="2344059966" sldId="466"/>
            <ac:spMk id="6" creationId="{AEF8EFB0-4AB1-DF13-E415-9572BDADC11A}"/>
          </ac:spMkLst>
        </pc:spChg>
        <pc:spChg chg="mod">
          <ac:chgData name="Jayalekshmi G" userId="7d9bf4d02a72ece4" providerId="LiveId" clId="{44C6DA86-762B-4AD9-9FC5-9BC27AFCA076}" dt="2026-05-24T13:56:36.974" v="6482" actId="20577"/>
          <ac:spMkLst>
            <pc:docMk/>
            <pc:sldMk cId="2344059966" sldId="466"/>
            <ac:spMk id="11" creationId="{8E70473B-4E5C-5CE7-C9F9-8D2908D69838}"/>
          </ac:spMkLst>
        </pc:spChg>
        <pc:spChg chg="mod">
          <ac:chgData name="Jayalekshmi G" userId="7d9bf4d02a72ece4" providerId="LiveId" clId="{44C6DA86-762B-4AD9-9FC5-9BC27AFCA076}" dt="2026-05-18T09:01:52.886" v="6328" actId="20577"/>
          <ac:spMkLst>
            <pc:docMk/>
            <pc:sldMk cId="2344059966" sldId="466"/>
            <ac:spMk id="12" creationId="{BF920589-6AC7-B126-0087-95C04CE0596D}"/>
          </ac:spMkLst>
        </pc:spChg>
        <pc:picChg chg="add mod modCrop">
          <ac:chgData name="Jayalekshmi G" userId="7d9bf4d02a72ece4" providerId="LiveId" clId="{44C6DA86-762B-4AD9-9FC5-9BC27AFCA076}" dt="2026-05-18T05:54:59.675" v="5757" actId="1076"/>
          <ac:picMkLst>
            <pc:docMk/>
            <pc:sldMk cId="2344059966" sldId="466"/>
            <ac:picMk id="13" creationId="{CF1D4CF6-4733-F405-395B-AF9AD607B19B}"/>
          </ac:picMkLst>
        </pc:picChg>
        <pc:cxnChg chg="add mod">
          <ac:chgData name="Jayalekshmi G" userId="7d9bf4d02a72ece4" providerId="LiveId" clId="{44C6DA86-762B-4AD9-9FC5-9BC27AFCA076}" dt="2026-05-17T15:52:18.592" v="4588"/>
          <ac:cxnSpMkLst>
            <pc:docMk/>
            <pc:sldMk cId="2344059966" sldId="466"/>
            <ac:cxnSpMk id="7" creationId="{8188B479-522C-8BC1-7B2C-7AD09BB4D1FE}"/>
          </ac:cxnSpMkLst>
        </pc:cxnChg>
      </pc:sldChg>
      <pc:sldChg chg="addSp delSp modSp add mod">
        <pc:chgData name="Jayalekshmi G" userId="7d9bf4d02a72ece4" providerId="LiveId" clId="{44C6DA86-762B-4AD9-9FC5-9BC27AFCA076}" dt="2026-05-18T09:11:53.721" v="6362" actId="20577"/>
        <pc:sldMkLst>
          <pc:docMk/>
          <pc:sldMk cId="3690240396" sldId="467"/>
        </pc:sldMkLst>
        <pc:spChg chg="add mod">
          <ac:chgData name="Jayalekshmi G" userId="7d9bf4d02a72ece4" providerId="LiveId" clId="{44C6DA86-762B-4AD9-9FC5-9BC27AFCA076}" dt="2026-05-18T05:55:21.470" v="5759" actId="113"/>
          <ac:spMkLst>
            <pc:docMk/>
            <pc:sldMk cId="3690240396" sldId="467"/>
            <ac:spMk id="6" creationId="{92C94AEC-C605-8496-2BDE-FDDD5E85D761}"/>
          </ac:spMkLst>
        </pc:spChg>
        <pc:spChg chg="mod">
          <ac:chgData name="Jayalekshmi G" userId="7d9bf4d02a72ece4" providerId="LiveId" clId="{44C6DA86-762B-4AD9-9FC5-9BC27AFCA076}" dt="2026-05-17T06:27:35.844" v="3629" actId="123"/>
          <ac:spMkLst>
            <pc:docMk/>
            <pc:sldMk cId="3690240396" sldId="467"/>
            <ac:spMk id="11" creationId="{D6F759C4-AE98-8815-C362-A460780F4C5F}"/>
          </ac:spMkLst>
        </pc:spChg>
        <pc:spChg chg="mod">
          <ac:chgData name="Jayalekshmi G" userId="7d9bf4d02a72ece4" providerId="LiveId" clId="{44C6DA86-762B-4AD9-9FC5-9BC27AFCA076}" dt="2026-05-18T09:11:53.721" v="6362" actId="20577"/>
          <ac:spMkLst>
            <pc:docMk/>
            <pc:sldMk cId="3690240396" sldId="467"/>
            <ac:spMk id="12" creationId="{6E75E2EE-BAE7-6567-CF5F-0CF3EA746B11}"/>
          </ac:spMkLst>
        </pc:spChg>
        <pc:picChg chg="add mod">
          <ac:chgData name="Jayalekshmi G" userId="7d9bf4d02a72ece4" providerId="LiveId" clId="{44C6DA86-762B-4AD9-9FC5-9BC27AFCA076}" dt="2026-05-17T06:57:18.453" v="3692" actId="1076"/>
          <ac:picMkLst>
            <pc:docMk/>
            <pc:sldMk cId="3690240396" sldId="467"/>
            <ac:picMk id="10" creationId="{1C8C544B-2529-3263-8264-4525840EED8F}"/>
          </ac:picMkLst>
        </pc:picChg>
        <pc:cxnChg chg="add mod">
          <ac:chgData name="Jayalekshmi G" userId="7d9bf4d02a72ece4" providerId="LiveId" clId="{44C6DA86-762B-4AD9-9FC5-9BC27AFCA076}" dt="2026-05-17T15:52:20.151" v="4589"/>
          <ac:cxnSpMkLst>
            <pc:docMk/>
            <pc:sldMk cId="3690240396" sldId="467"/>
            <ac:cxnSpMk id="7" creationId="{C9848A7E-3017-4843-B07C-E72A64408232}"/>
          </ac:cxnSpMkLst>
        </pc:cxnChg>
      </pc:sldChg>
      <pc:sldChg chg="addSp delSp modSp add mod">
        <pc:chgData name="Jayalekshmi G" userId="7d9bf4d02a72ece4" providerId="LiveId" clId="{44C6DA86-762B-4AD9-9FC5-9BC27AFCA076}" dt="2026-05-18T09:14:19.136" v="6383"/>
        <pc:sldMkLst>
          <pc:docMk/>
          <pc:sldMk cId="2592965068" sldId="468"/>
        </pc:sldMkLst>
        <pc:spChg chg="add mod">
          <ac:chgData name="Jayalekshmi G" userId="7d9bf4d02a72ece4" providerId="LiveId" clId="{44C6DA86-762B-4AD9-9FC5-9BC27AFCA076}" dt="2026-05-18T05:57:39.664" v="5773" actId="113"/>
          <ac:spMkLst>
            <pc:docMk/>
            <pc:sldMk cId="2592965068" sldId="468"/>
            <ac:spMk id="6" creationId="{A24666F0-6075-6561-9547-6E7A43B1A378}"/>
          </ac:spMkLst>
        </pc:spChg>
        <pc:spChg chg="mod">
          <ac:chgData name="Jayalekshmi G" userId="7d9bf4d02a72ece4" providerId="LiveId" clId="{44C6DA86-762B-4AD9-9FC5-9BC27AFCA076}" dt="2026-05-17T07:05:47.183" v="3760" actId="123"/>
          <ac:spMkLst>
            <pc:docMk/>
            <pc:sldMk cId="2592965068" sldId="468"/>
            <ac:spMk id="11" creationId="{64563DA6-A401-242C-E314-AF609CF501E8}"/>
          </ac:spMkLst>
        </pc:spChg>
        <pc:spChg chg="mod">
          <ac:chgData name="Jayalekshmi G" userId="7d9bf4d02a72ece4" providerId="LiveId" clId="{44C6DA86-762B-4AD9-9FC5-9BC27AFCA076}" dt="2026-05-18T09:14:19.136" v="6383"/>
          <ac:spMkLst>
            <pc:docMk/>
            <pc:sldMk cId="2592965068" sldId="468"/>
            <ac:spMk id="12" creationId="{BB700150-3FD9-958A-3F62-2F0F242F4DB5}"/>
          </ac:spMkLst>
        </pc:spChg>
        <pc:picChg chg="add mod modCrop">
          <ac:chgData name="Jayalekshmi G" userId="7d9bf4d02a72ece4" providerId="LiveId" clId="{44C6DA86-762B-4AD9-9FC5-9BC27AFCA076}" dt="2026-05-17T07:05:23.617" v="3757" actId="1076"/>
          <ac:picMkLst>
            <pc:docMk/>
            <pc:sldMk cId="2592965068" sldId="468"/>
            <ac:picMk id="7" creationId="{64E04E16-1DF9-C5DF-C14A-C9B921934C67}"/>
          </ac:picMkLst>
        </pc:picChg>
        <pc:cxnChg chg="add mod">
          <ac:chgData name="Jayalekshmi G" userId="7d9bf4d02a72ece4" providerId="LiveId" clId="{44C6DA86-762B-4AD9-9FC5-9BC27AFCA076}" dt="2026-05-17T15:52:21.728" v="4590"/>
          <ac:cxnSpMkLst>
            <pc:docMk/>
            <pc:sldMk cId="2592965068" sldId="468"/>
            <ac:cxnSpMk id="8" creationId="{45FE6EE1-18BD-16A4-4F0A-0D2063758410}"/>
          </ac:cxnSpMkLst>
        </pc:cxnChg>
      </pc:sldChg>
      <pc:sldChg chg="addSp delSp modSp add mod">
        <pc:chgData name="Jayalekshmi G" userId="7d9bf4d02a72ece4" providerId="LiveId" clId="{44C6DA86-762B-4AD9-9FC5-9BC27AFCA076}" dt="2026-05-18T09:25:28.580" v="6392" actId="20577"/>
        <pc:sldMkLst>
          <pc:docMk/>
          <pc:sldMk cId="47591019" sldId="469"/>
        </pc:sldMkLst>
        <pc:spChg chg="mod">
          <ac:chgData name="Jayalekshmi G" userId="7d9bf4d02a72ece4" providerId="LiveId" clId="{44C6DA86-762B-4AD9-9FC5-9BC27AFCA076}" dt="2026-05-17T15:53:51.167" v="4635" actId="1076"/>
          <ac:spMkLst>
            <pc:docMk/>
            <pc:sldMk cId="47591019" sldId="469"/>
            <ac:spMk id="2" creationId="{5B7AFA79-877B-A0EE-A836-02CBA3A0D581}"/>
          </ac:spMkLst>
        </pc:spChg>
        <pc:spChg chg="add mod">
          <ac:chgData name="Jayalekshmi G" userId="7d9bf4d02a72ece4" providerId="LiveId" clId="{44C6DA86-762B-4AD9-9FC5-9BC27AFCA076}" dt="2026-05-18T05:58:16.934" v="5797" actId="20577"/>
          <ac:spMkLst>
            <pc:docMk/>
            <pc:sldMk cId="47591019" sldId="469"/>
            <ac:spMk id="6" creationId="{D728AF2A-6F16-A25C-27C6-E4A2A899957E}"/>
          </ac:spMkLst>
        </pc:spChg>
        <pc:spChg chg="mod">
          <ac:chgData name="Jayalekshmi G" userId="7d9bf4d02a72ece4" providerId="LiveId" clId="{44C6DA86-762B-4AD9-9FC5-9BC27AFCA076}" dt="2026-05-17T10:37:09.626" v="3827" actId="1076"/>
          <ac:spMkLst>
            <pc:docMk/>
            <pc:sldMk cId="47591019" sldId="469"/>
            <ac:spMk id="11" creationId="{8936C4CC-3E07-9FEB-3459-E5E09795DCF4}"/>
          </ac:spMkLst>
        </pc:spChg>
        <pc:spChg chg="mod">
          <ac:chgData name="Jayalekshmi G" userId="7d9bf4d02a72ece4" providerId="LiveId" clId="{44C6DA86-762B-4AD9-9FC5-9BC27AFCA076}" dt="2026-05-18T09:25:28.580" v="6392" actId="20577"/>
          <ac:spMkLst>
            <pc:docMk/>
            <pc:sldMk cId="47591019" sldId="469"/>
            <ac:spMk id="12" creationId="{9BF62386-1A81-1660-7E78-98CC2DB9FF32}"/>
          </ac:spMkLst>
        </pc:spChg>
        <pc:picChg chg="add mod">
          <ac:chgData name="Jayalekshmi G" userId="7d9bf4d02a72ece4" providerId="LiveId" clId="{44C6DA86-762B-4AD9-9FC5-9BC27AFCA076}" dt="2026-05-17T10:28:08.125" v="3769" actId="1076"/>
          <ac:picMkLst>
            <pc:docMk/>
            <pc:sldMk cId="47591019" sldId="469"/>
            <ac:picMk id="8" creationId="{F15FBAA0-0753-82D2-7292-FF7E5F5D08D8}"/>
          </ac:picMkLst>
        </pc:picChg>
        <pc:cxnChg chg="add mod">
          <ac:chgData name="Jayalekshmi G" userId="7d9bf4d02a72ece4" providerId="LiveId" clId="{44C6DA86-762B-4AD9-9FC5-9BC27AFCA076}" dt="2026-05-17T15:53:46.798" v="4632"/>
          <ac:cxnSpMkLst>
            <pc:docMk/>
            <pc:sldMk cId="47591019" sldId="469"/>
            <ac:cxnSpMk id="7" creationId="{E8EA7236-767B-E241-8E5B-36DAF588B941}"/>
          </ac:cxnSpMkLst>
        </pc:cxnChg>
      </pc:sldChg>
      <pc:sldChg chg="addSp delSp modSp add mod">
        <pc:chgData name="Jayalekshmi G" userId="7d9bf4d02a72ece4" providerId="LiveId" clId="{44C6DA86-762B-4AD9-9FC5-9BC27AFCA076}" dt="2026-05-24T13:59:24.960" v="6502" actId="20577"/>
        <pc:sldMkLst>
          <pc:docMk/>
          <pc:sldMk cId="1371912104" sldId="470"/>
        </pc:sldMkLst>
        <pc:spChg chg="add mod">
          <ac:chgData name="Jayalekshmi G" userId="7d9bf4d02a72ece4" providerId="LiveId" clId="{44C6DA86-762B-4AD9-9FC5-9BC27AFCA076}" dt="2026-05-18T05:58:48.178" v="5816" actId="113"/>
          <ac:spMkLst>
            <pc:docMk/>
            <pc:sldMk cId="1371912104" sldId="470"/>
            <ac:spMk id="6" creationId="{7E881218-BA1A-B54D-3A54-133837D22BA4}"/>
          </ac:spMkLst>
        </pc:spChg>
        <pc:spChg chg="mod">
          <ac:chgData name="Jayalekshmi G" userId="7d9bf4d02a72ece4" providerId="LiveId" clId="{44C6DA86-762B-4AD9-9FC5-9BC27AFCA076}" dt="2026-05-18T06:22:12.542" v="5878" actId="14100"/>
          <ac:spMkLst>
            <pc:docMk/>
            <pc:sldMk cId="1371912104" sldId="470"/>
            <ac:spMk id="11" creationId="{8BCFD584-F80A-91C7-6BDC-10E40219705B}"/>
          </ac:spMkLst>
        </pc:spChg>
        <pc:spChg chg="mod">
          <ac:chgData name="Jayalekshmi G" userId="7d9bf4d02a72ece4" providerId="LiveId" clId="{44C6DA86-762B-4AD9-9FC5-9BC27AFCA076}" dt="2026-05-24T13:59:24.960" v="6502" actId="20577"/>
          <ac:spMkLst>
            <pc:docMk/>
            <pc:sldMk cId="1371912104" sldId="470"/>
            <ac:spMk id="12" creationId="{41207302-717D-6F2B-3F43-BC9A224DA15F}"/>
          </ac:spMkLst>
        </pc:spChg>
        <pc:picChg chg="add mod modCrop">
          <ac:chgData name="Jayalekshmi G" userId="7d9bf4d02a72ece4" providerId="LiveId" clId="{44C6DA86-762B-4AD9-9FC5-9BC27AFCA076}" dt="2026-05-17T10:53:11.418" v="3852" actId="1076"/>
          <ac:picMkLst>
            <pc:docMk/>
            <pc:sldMk cId="1371912104" sldId="470"/>
            <ac:picMk id="7" creationId="{098C8A46-80AD-CC2A-E26C-12EB035E4B11}"/>
          </ac:picMkLst>
        </pc:picChg>
        <pc:cxnChg chg="add mod">
          <ac:chgData name="Jayalekshmi G" userId="7d9bf4d02a72ece4" providerId="LiveId" clId="{44C6DA86-762B-4AD9-9FC5-9BC27AFCA076}" dt="2026-05-17T15:54:00.785" v="4636"/>
          <ac:cxnSpMkLst>
            <pc:docMk/>
            <pc:sldMk cId="1371912104" sldId="470"/>
            <ac:cxnSpMk id="8" creationId="{BD4BECD3-2192-CADF-FF17-525DFBEF9427}"/>
          </ac:cxnSpMkLst>
        </pc:cxnChg>
      </pc:sldChg>
      <pc:sldChg chg="addSp delSp modSp add mod">
        <pc:chgData name="Jayalekshmi G" userId="7d9bf4d02a72ece4" providerId="LiveId" clId="{44C6DA86-762B-4AD9-9FC5-9BC27AFCA076}" dt="2026-05-24T13:59:33.468" v="6503" actId="20577"/>
        <pc:sldMkLst>
          <pc:docMk/>
          <pc:sldMk cId="174786427" sldId="471"/>
        </pc:sldMkLst>
        <pc:spChg chg="mod">
          <ac:chgData name="Jayalekshmi G" userId="7d9bf4d02a72ece4" providerId="LiveId" clId="{44C6DA86-762B-4AD9-9FC5-9BC27AFCA076}" dt="2026-05-18T05:59:05.925" v="5824" actId="1076"/>
          <ac:spMkLst>
            <pc:docMk/>
            <pc:sldMk cId="174786427" sldId="471"/>
            <ac:spMk id="2" creationId="{36DA1530-D720-493C-D0CA-33CF8C095E00}"/>
          </ac:spMkLst>
        </pc:spChg>
        <pc:spChg chg="add mod">
          <ac:chgData name="Jayalekshmi G" userId="7d9bf4d02a72ece4" providerId="LiveId" clId="{44C6DA86-762B-4AD9-9FC5-9BC27AFCA076}" dt="2026-05-18T06:28:50.223" v="5933" actId="20577"/>
          <ac:spMkLst>
            <pc:docMk/>
            <pc:sldMk cId="174786427" sldId="471"/>
            <ac:spMk id="6" creationId="{54C92F50-8BAE-8C38-8482-EFFAFD22E4CC}"/>
          </ac:spMkLst>
        </pc:spChg>
        <pc:spChg chg="mod">
          <ac:chgData name="Jayalekshmi G" userId="7d9bf4d02a72ece4" providerId="LiveId" clId="{44C6DA86-762B-4AD9-9FC5-9BC27AFCA076}" dt="2026-05-24T13:59:33.468" v="6503" actId="20577"/>
          <ac:spMkLst>
            <pc:docMk/>
            <pc:sldMk cId="174786427" sldId="471"/>
            <ac:spMk id="11" creationId="{1150A926-7CE9-3E7F-B24C-9B7E9EE8780F}"/>
          </ac:spMkLst>
        </pc:spChg>
        <pc:spChg chg="mod">
          <ac:chgData name="Jayalekshmi G" userId="7d9bf4d02a72ece4" providerId="LiveId" clId="{44C6DA86-762B-4AD9-9FC5-9BC27AFCA076}" dt="2026-05-18T06:26:27.514" v="5909" actId="1076"/>
          <ac:spMkLst>
            <pc:docMk/>
            <pc:sldMk cId="174786427" sldId="471"/>
            <ac:spMk id="12" creationId="{CFF98BD1-97F0-8D27-911D-B09A0779606F}"/>
          </ac:spMkLst>
        </pc:spChg>
        <pc:picChg chg="add mod">
          <ac:chgData name="Jayalekshmi G" userId="7d9bf4d02a72ece4" providerId="LiveId" clId="{44C6DA86-762B-4AD9-9FC5-9BC27AFCA076}" dt="2026-05-18T06:19:55.846" v="5868" actId="14100"/>
          <ac:picMkLst>
            <pc:docMk/>
            <pc:sldMk cId="174786427" sldId="471"/>
            <ac:picMk id="8" creationId="{19569267-127A-4053-E8EA-254AE99F3FEA}"/>
          </ac:picMkLst>
        </pc:picChg>
        <pc:cxnChg chg="add mod">
          <ac:chgData name="Jayalekshmi G" userId="7d9bf4d02a72ece4" providerId="LiveId" clId="{44C6DA86-762B-4AD9-9FC5-9BC27AFCA076}" dt="2026-05-17T15:54:13.270" v="4638" actId="1076"/>
          <ac:cxnSpMkLst>
            <pc:docMk/>
            <pc:sldMk cId="174786427" sldId="471"/>
            <ac:cxnSpMk id="7" creationId="{BF463521-A281-B88C-6133-FB1BD2D2EF7B}"/>
          </ac:cxnSpMkLst>
        </pc:cxnChg>
      </pc:sldChg>
      <pc:sldChg chg="addSp delSp modSp add mod">
        <pc:chgData name="Jayalekshmi G" userId="7d9bf4d02a72ece4" providerId="LiveId" clId="{44C6DA86-762B-4AD9-9FC5-9BC27AFCA076}" dt="2026-05-18T06:26:05.034" v="5905" actId="1076"/>
        <pc:sldMkLst>
          <pc:docMk/>
          <pc:sldMk cId="2065133678" sldId="472"/>
        </pc:sldMkLst>
        <pc:spChg chg="add mod">
          <ac:chgData name="Jayalekshmi G" userId="7d9bf4d02a72ece4" providerId="LiveId" clId="{44C6DA86-762B-4AD9-9FC5-9BC27AFCA076}" dt="2026-05-18T05:59:30.245" v="5829" actId="1076"/>
          <ac:spMkLst>
            <pc:docMk/>
            <pc:sldMk cId="2065133678" sldId="472"/>
            <ac:spMk id="10" creationId="{307308FF-A028-DF19-6FBD-D14F8C2B920B}"/>
          </ac:spMkLst>
        </pc:spChg>
        <pc:spChg chg="mod">
          <ac:chgData name="Jayalekshmi G" userId="7d9bf4d02a72ece4" providerId="LiveId" clId="{44C6DA86-762B-4AD9-9FC5-9BC27AFCA076}" dt="2026-05-17T13:10:55.547" v="3991" actId="255"/>
          <ac:spMkLst>
            <pc:docMk/>
            <pc:sldMk cId="2065133678" sldId="472"/>
            <ac:spMk id="11" creationId="{01880FB5-6512-98CE-3DCA-AC42CFEC9751}"/>
          </ac:spMkLst>
        </pc:spChg>
        <pc:spChg chg="mod">
          <ac:chgData name="Jayalekshmi G" userId="7d9bf4d02a72ece4" providerId="LiveId" clId="{44C6DA86-762B-4AD9-9FC5-9BC27AFCA076}" dt="2026-05-18T06:26:05.034" v="5905" actId="1076"/>
          <ac:spMkLst>
            <pc:docMk/>
            <pc:sldMk cId="2065133678" sldId="472"/>
            <ac:spMk id="12" creationId="{833235BA-8A5A-FCDD-AADA-8C7E2D762104}"/>
          </ac:spMkLst>
        </pc:spChg>
        <pc:picChg chg="add mod">
          <ac:chgData name="Jayalekshmi G" userId="7d9bf4d02a72ece4" providerId="LiveId" clId="{44C6DA86-762B-4AD9-9FC5-9BC27AFCA076}" dt="2026-05-17T13:07:44.610" v="3976" actId="14100"/>
          <ac:picMkLst>
            <pc:docMk/>
            <pc:sldMk cId="2065133678" sldId="472"/>
            <ac:picMk id="7" creationId="{03C0A1F8-6D78-3A99-2C7F-1583FC4E897C}"/>
          </ac:picMkLst>
        </pc:picChg>
        <pc:cxnChg chg="add mod">
          <ac:chgData name="Jayalekshmi G" userId="7d9bf4d02a72ece4" providerId="LiveId" clId="{44C6DA86-762B-4AD9-9FC5-9BC27AFCA076}" dt="2026-05-17T15:56:45.879" v="4692" actId="1076"/>
          <ac:cxnSpMkLst>
            <pc:docMk/>
            <pc:sldMk cId="2065133678" sldId="472"/>
            <ac:cxnSpMk id="13" creationId="{A00C7176-2F74-7AF3-8805-0B8F820608B3}"/>
          </ac:cxnSpMkLst>
        </pc:cxnChg>
      </pc:sldChg>
      <pc:sldChg chg="addSp delSp modSp add mod">
        <pc:chgData name="Jayalekshmi G" userId="7d9bf4d02a72ece4" providerId="LiveId" clId="{44C6DA86-762B-4AD9-9FC5-9BC27AFCA076}" dt="2026-05-18T06:25:41.114" v="5901" actId="1076"/>
        <pc:sldMkLst>
          <pc:docMk/>
          <pc:sldMk cId="3357325165" sldId="473"/>
        </pc:sldMkLst>
        <pc:spChg chg="add mod">
          <ac:chgData name="Jayalekshmi G" userId="7d9bf4d02a72ece4" providerId="LiveId" clId="{44C6DA86-762B-4AD9-9FC5-9BC27AFCA076}" dt="2026-05-18T05:59:37.771" v="5831" actId="14100"/>
          <ac:spMkLst>
            <pc:docMk/>
            <pc:sldMk cId="3357325165" sldId="473"/>
            <ac:spMk id="9" creationId="{B728C95A-A608-64D5-73DE-305E28F2A509}"/>
          </ac:spMkLst>
        </pc:spChg>
        <pc:spChg chg="mod">
          <ac:chgData name="Jayalekshmi G" userId="7d9bf4d02a72ece4" providerId="LiveId" clId="{44C6DA86-762B-4AD9-9FC5-9BC27AFCA076}" dt="2026-05-18T06:23:16.469" v="5879" actId="14100"/>
          <ac:spMkLst>
            <pc:docMk/>
            <pc:sldMk cId="3357325165" sldId="473"/>
            <ac:spMk id="11" creationId="{A25556CA-7A70-83B7-E366-7EB4E172A335}"/>
          </ac:spMkLst>
        </pc:spChg>
        <pc:spChg chg="mod">
          <ac:chgData name="Jayalekshmi G" userId="7d9bf4d02a72ece4" providerId="LiveId" clId="{44C6DA86-762B-4AD9-9FC5-9BC27AFCA076}" dt="2026-05-18T06:25:41.114" v="5901" actId="1076"/>
          <ac:spMkLst>
            <pc:docMk/>
            <pc:sldMk cId="3357325165" sldId="473"/>
            <ac:spMk id="12" creationId="{05395CFD-F0AE-9126-7EF0-0FFA21090178}"/>
          </ac:spMkLst>
        </pc:spChg>
        <pc:picChg chg="add mod">
          <ac:chgData name="Jayalekshmi G" userId="7d9bf4d02a72ece4" providerId="LiveId" clId="{44C6DA86-762B-4AD9-9FC5-9BC27AFCA076}" dt="2026-05-17T13:32:48.789" v="4004" actId="1076"/>
          <ac:picMkLst>
            <pc:docMk/>
            <pc:sldMk cId="3357325165" sldId="473"/>
            <ac:picMk id="8" creationId="{B1E6BD6D-CD7A-AB57-CFCF-AA449BBEDEEB}"/>
          </ac:picMkLst>
        </pc:picChg>
        <pc:cxnChg chg="add mod">
          <ac:chgData name="Jayalekshmi G" userId="7d9bf4d02a72ece4" providerId="LiveId" clId="{44C6DA86-762B-4AD9-9FC5-9BC27AFCA076}" dt="2026-05-17T15:56:19.074" v="4687"/>
          <ac:cxnSpMkLst>
            <pc:docMk/>
            <pc:sldMk cId="3357325165" sldId="473"/>
            <ac:cxnSpMk id="10" creationId="{238C87F1-ED32-0962-8B53-BA298C5F5F19}"/>
          </ac:cxnSpMkLst>
        </pc:cxnChg>
      </pc:sldChg>
      <pc:sldChg chg="addSp delSp modSp add mod">
        <pc:chgData name="Jayalekshmi G" userId="7d9bf4d02a72ece4" providerId="LiveId" clId="{44C6DA86-762B-4AD9-9FC5-9BC27AFCA076}" dt="2026-05-18T06:25:21.230" v="5897" actId="14100"/>
        <pc:sldMkLst>
          <pc:docMk/>
          <pc:sldMk cId="2474953704" sldId="474"/>
        </pc:sldMkLst>
        <pc:spChg chg="add mod">
          <ac:chgData name="Jayalekshmi G" userId="7d9bf4d02a72ece4" providerId="LiveId" clId="{44C6DA86-762B-4AD9-9FC5-9BC27AFCA076}" dt="2026-05-18T05:59:55.756" v="5835" actId="1076"/>
          <ac:spMkLst>
            <pc:docMk/>
            <pc:sldMk cId="2474953704" sldId="474"/>
            <ac:spMk id="9" creationId="{3F5C8E18-D161-E71A-68A9-104C07624EB3}"/>
          </ac:spMkLst>
        </pc:spChg>
        <pc:spChg chg="mod">
          <ac:chgData name="Jayalekshmi G" userId="7d9bf4d02a72ece4" providerId="LiveId" clId="{44C6DA86-762B-4AD9-9FC5-9BC27AFCA076}" dt="2026-05-18T06:23:33.169" v="5880" actId="14100"/>
          <ac:spMkLst>
            <pc:docMk/>
            <pc:sldMk cId="2474953704" sldId="474"/>
            <ac:spMk id="11" creationId="{DB0EB1AA-FF70-62A6-61FF-F2D0709A60B8}"/>
          </ac:spMkLst>
        </pc:spChg>
        <pc:spChg chg="mod">
          <ac:chgData name="Jayalekshmi G" userId="7d9bf4d02a72ece4" providerId="LiveId" clId="{44C6DA86-762B-4AD9-9FC5-9BC27AFCA076}" dt="2026-05-18T06:25:21.230" v="5897" actId="14100"/>
          <ac:spMkLst>
            <pc:docMk/>
            <pc:sldMk cId="2474953704" sldId="474"/>
            <ac:spMk id="12" creationId="{2421C8C3-FEDD-899B-05FD-BC614DA5C5FC}"/>
          </ac:spMkLst>
        </pc:spChg>
        <pc:picChg chg="add mod">
          <ac:chgData name="Jayalekshmi G" userId="7d9bf4d02a72ece4" providerId="LiveId" clId="{44C6DA86-762B-4AD9-9FC5-9BC27AFCA076}" dt="2026-05-17T13:57:55.836" v="4041" actId="14100"/>
          <ac:picMkLst>
            <pc:docMk/>
            <pc:sldMk cId="2474953704" sldId="474"/>
            <ac:picMk id="7" creationId="{C84EE19B-DA40-4F35-57FE-65DF80F21B70}"/>
          </ac:picMkLst>
        </pc:picChg>
        <pc:cxnChg chg="add mod">
          <ac:chgData name="Jayalekshmi G" userId="7d9bf4d02a72ece4" providerId="LiveId" clId="{44C6DA86-762B-4AD9-9FC5-9BC27AFCA076}" dt="2026-05-17T15:56:20.416" v="4688"/>
          <ac:cxnSpMkLst>
            <pc:docMk/>
            <pc:sldMk cId="2474953704" sldId="474"/>
            <ac:cxnSpMk id="10" creationId="{683E5DE9-CEDE-A15D-E04F-591126871F87}"/>
          </ac:cxnSpMkLst>
        </pc:cxnChg>
      </pc:sldChg>
      <pc:sldChg chg="addSp delSp modSp add mod">
        <pc:chgData name="Jayalekshmi G" userId="7d9bf4d02a72ece4" providerId="LiveId" clId="{44C6DA86-762B-4AD9-9FC5-9BC27AFCA076}" dt="2026-05-24T14:02:41.945" v="6523" actId="20577"/>
        <pc:sldMkLst>
          <pc:docMk/>
          <pc:sldMk cId="3498907103" sldId="475"/>
        </pc:sldMkLst>
        <pc:spChg chg="mod">
          <ac:chgData name="Jayalekshmi G" userId="7d9bf4d02a72ece4" providerId="LiveId" clId="{44C6DA86-762B-4AD9-9FC5-9BC27AFCA076}" dt="2026-05-17T14:15:20.676" v="4063" actId="20577"/>
          <ac:spMkLst>
            <pc:docMk/>
            <pc:sldMk cId="3498907103" sldId="475"/>
            <ac:spMk id="11" creationId="{9F69EE50-16E3-65C3-F680-9C6CAC70742E}"/>
          </ac:spMkLst>
        </pc:spChg>
        <pc:spChg chg="mod">
          <ac:chgData name="Jayalekshmi G" userId="7d9bf4d02a72ece4" providerId="LiveId" clId="{44C6DA86-762B-4AD9-9FC5-9BC27AFCA076}" dt="2026-05-24T14:02:41.945" v="6523" actId="20577"/>
          <ac:spMkLst>
            <pc:docMk/>
            <pc:sldMk cId="3498907103" sldId="475"/>
            <ac:spMk id="12" creationId="{C757BC23-E78F-E829-A481-9FD7BE0C9B56}"/>
          </ac:spMkLst>
        </pc:spChg>
        <pc:spChg chg="add mod">
          <ac:chgData name="Jayalekshmi G" userId="7d9bf4d02a72ece4" providerId="LiveId" clId="{44C6DA86-762B-4AD9-9FC5-9BC27AFCA076}" dt="2026-05-18T06:00:18.603" v="5838" actId="1076"/>
          <ac:spMkLst>
            <pc:docMk/>
            <pc:sldMk cId="3498907103" sldId="475"/>
            <ac:spMk id="13" creationId="{AFE7544D-A9D7-DCD6-E6D4-60DF3CAA2189}"/>
          </ac:spMkLst>
        </pc:spChg>
        <pc:picChg chg="add mod">
          <ac:chgData name="Jayalekshmi G" userId="7d9bf4d02a72ece4" providerId="LiveId" clId="{44C6DA86-762B-4AD9-9FC5-9BC27AFCA076}" dt="2026-05-17T14:57:56.658" v="4074" actId="14100"/>
          <ac:picMkLst>
            <pc:docMk/>
            <pc:sldMk cId="3498907103" sldId="475"/>
            <ac:picMk id="10" creationId="{3D5CE56A-EDE1-528A-71D4-559BC786BD0A}"/>
          </ac:picMkLst>
        </pc:picChg>
        <pc:cxnChg chg="add mod">
          <ac:chgData name="Jayalekshmi G" userId="7d9bf4d02a72ece4" providerId="LiveId" clId="{44C6DA86-762B-4AD9-9FC5-9BC27AFCA076}" dt="2026-05-17T15:56:21.717" v="4689"/>
          <ac:cxnSpMkLst>
            <pc:docMk/>
            <pc:sldMk cId="3498907103" sldId="475"/>
            <ac:cxnSpMk id="14" creationId="{10219FDD-E6F5-EE83-CE09-19CE5A89858C}"/>
          </ac:cxnSpMkLst>
        </pc:cxnChg>
      </pc:sldChg>
      <pc:sldChg chg="addSp delSp modSp add mod ord">
        <pc:chgData name="Jayalekshmi G" userId="7d9bf4d02a72ece4" providerId="LiveId" clId="{44C6DA86-762B-4AD9-9FC5-9BC27AFCA076}" dt="2026-05-24T14:01:09.715" v="6514" actId="20577"/>
        <pc:sldMkLst>
          <pc:docMk/>
          <pc:sldMk cId="524284928" sldId="476"/>
        </pc:sldMkLst>
        <pc:spChg chg="add mod">
          <ac:chgData name="Jayalekshmi G" userId="7d9bf4d02a72ece4" providerId="LiveId" clId="{44C6DA86-762B-4AD9-9FC5-9BC27AFCA076}" dt="2026-05-18T06:11:33.398" v="5840"/>
          <ac:spMkLst>
            <pc:docMk/>
            <pc:sldMk cId="524284928" sldId="476"/>
            <ac:spMk id="6" creationId="{E4AEC765-4FA6-5C3C-8252-23F63F5FE629}"/>
          </ac:spMkLst>
        </pc:spChg>
        <pc:spChg chg="mod">
          <ac:chgData name="Jayalekshmi G" userId="7d9bf4d02a72ece4" providerId="LiveId" clId="{44C6DA86-762B-4AD9-9FC5-9BC27AFCA076}" dt="2026-05-24T14:01:09.715" v="6514" actId="20577"/>
          <ac:spMkLst>
            <pc:docMk/>
            <pc:sldMk cId="524284928" sldId="476"/>
            <ac:spMk id="11" creationId="{A07DD104-5836-796C-D36E-39A1C4DB77C1}"/>
          </ac:spMkLst>
        </pc:spChg>
        <pc:spChg chg="mod">
          <ac:chgData name="Jayalekshmi G" userId="7d9bf4d02a72ece4" providerId="LiveId" clId="{44C6DA86-762B-4AD9-9FC5-9BC27AFCA076}" dt="2026-05-18T06:25:04.792" v="5894" actId="1076"/>
          <ac:spMkLst>
            <pc:docMk/>
            <pc:sldMk cId="524284928" sldId="476"/>
            <ac:spMk id="12" creationId="{33ABEAE9-1254-D3E6-836B-4C1901E418C0}"/>
          </ac:spMkLst>
        </pc:spChg>
        <pc:picChg chg="add mod">
          <ac:chgData name="Jayalekshmi G" userId="7d9bf4d02a72ece4" providerId="LiveId" clId="{44C6DA86-762B-4AD9-9FC5-9BC27AFCA076}" dt="2026-05-18T06:13:35.776" v="5851" actId="14100"/>
          <ac:picMkLst>
            <pc:docMk/>
            <pc:sldMk cId="524284928" sldId="476"/>
            <ac:picMk id="10" creationId="{5952B867-1C20-5520-E58E-88325872265F}"/>
          </ac:picMkLst>
        </pc:picChg>
        <pc:cxnChg chg="add mod">
          <ac:chgData name="Jayalekshmi G" userId="7d9bf4d02a72ece4" providerId="LiveId" clId="{44C6DA86-762B-4AD9-9FC5-9BC27AFCA076}" dt="2026-05-18T06:11:40.891" v="5843"/>
          <ac:cxnSpMkLst>
            <pc:docMk/>
            <pc:sldMk cId="524284928" sldId="476"/>
            <ac:cxnSpMk id="8" creationId="{732B77DC-55CD-01A8-5B4E-6030585BE17B}"/>
          </ac:cxnSpMkLst>
        </pc:cxnChg>
      </pc:sldChg>
      <pc:sldChg chg="addSp delSp modSp add mod">
        <pc:chgData name="Jayalekshmi G" userId="7d9bf4d02a72ece4" providerId="LiveId" clId="{44C6DA86-762B-4AD9-9FC5-9BC27AFCA076}" dt="2026-05-18T06:53:47.084" v="6146"/>
        <pc:sldMkLst>
          <pc:docMk/>
          <pc:sldMk cId="2548547705" sldId="2083"/>
        </pc:sldMkLst>
        <pc:spChg chg="add mod">
          <ac:chgData name="Jayalekshmi G" userId="7d9bf4d02a72ece4" providerId="LiveId" clId="{44C6DA86-762B-4AD9-9FC5-9BC27AFCA076}" dt="2026-05-18T06:48:37.869" v="6055"/>
          <ac:spMkLst>
            <pc:docMk/>
            <pc:sldMk cId="2548547705" sldId="2083"/>
            <ac:spMk id="2" creationId="{105F9A7E-9C96-230F-D771-227B1B95BCC4}"/>
          </ac:spMkLst>
        </pc:spChg>
        <pc:spChg chg="add mod">
          <ac:chgData name="Jayalekshmi G" userId="7d9bf4d02a72ece4" providerId="LiveId" clId="{44C6DA86-762B-4AD9-9FC5-9BC27AFCA076}" dt="2026-05-18T06:51:08.489" v="6132" actId="1076"/>
          <ac:spMkLst>
            <pc:docMk/>
            <pc:sldMk cId="2548547705" sldId="2083"/>
            <ac:spMk id="3" creationId="{C516DBEA-34B2-40BD-B64D-CF89E749EA86}"/>
          </ac:spMkLst>
        </pc:spChg>
        <pc:spChg chg="mod">
          <ac:chgData name="Jayalekshmi G" userId="7d9bf4d02a72ece4" providerId="LiveId" clId="{44C6DA86-762B-4AD9-9FC5-9BC27AFCA076}" dt="2026-05-18T06:39:36.906" v="5982" actId="6549"/>
          <ac:spMkLst>
            <pc:docMk/>
            <pc:sldMk cId="2548547705" sldId="2083"/>
            <ac:spMk id="4" creationId="{BDC0A0F7-8A7C-8366-A532-B24FB8D988CA}"/>
          </ac:spMkLst>
        </pc:spChg>
        <pc:spChg chg="add mod">
          <ac:chgData name="Jayalekshmi G" userId="7d9bf4d02a72ece4" providerId="LiveId" clId="{44C6DA86-762B-4AD9-9FC5-9BC27AFCA076}" dt="2026-05-18T04:41:01.764" v="5340"/>
          <ac:spMkLst>
            <pc:docMk/>
            <pc:sldMk cId="2548547705" sldId="2083"/>
            <ac:spMk id="8" creationId="{DAEFEA34-9372-4793-8558-5E6A2152F043}"/>
          </ac:spMkLst>
        </pc:spChg>
        <pc:spChg chg="add mod">
          <ac:chgData name="Jayalekshmi G" userId="7d9bf4d02a72ece4" providerId="LiveId" clId="{44C6DA86-762B-4AD9-9FC5-9BC27AFCA076}" dt="2026-05-18T04:41:20.023" v="5343"/>
          <ac:spMkLst>
            <pc:docMk/>
            <pc:sldMk cId="2548547705" sldId="2083"/>
            <ac:spMk id="10" creationId="{F2884BAD-1C5B-888A-A575-D0841EC0AAF5}"/>
          </ac:spMkLst>
        </pc:spChg>
        <pc:spChg chg="add mod">
          <ac:chgData name="Jayalekshmi G" userId="7d9bf4d02a72ece4" providerId="LiveId" clId="{44C6DA86-762B-4AD9-9FC5-9BC27AFCA076}" dt="2026-05-18T06:53:47.084" v="6146"/>
          <ac:spMkLst>
            <pc:docMk/>
            <pc:sldMk cId="2548547705" sldId="2083"/>
            <ac:spMk id="14" creationId="{5FDE65D6-AC03-7155-2A6C-9472DDA6EAC9}"/>
          </ac:spMkLst>
        </pc:spChg>
        <pc:spChg chg="add mod">
          <ac:chgData name="Jayalekshmi G" userId="7d9bf4d02a72ece4" providerId="LiveId" clId="{44C6DA86-762B-4AD9-9FC5-9BC27AFCA076}" dt="2026-05-18T06:49:15.721" v="6089" actId="1076"/>
          <ac:spMkLst>
            <pc:docMk/>
            <pc:sldMk cId="2548547705" sldId="2083"/>
            <ac:spMk id="16" creationId="{1B7FB00D-897F-B57E-6A0C-D6A82D60EC43}"/>
          </ac:spMkLst>
        </pc:spChg>
        <pc:spChg chg="add mod">
          <ac:chgData name="Jayalekshmi G" userId="7d9bf4d02a72ece4" providerId="LiveId" clId="{44C6DA86-762B-4AD9-9FC5-9BC27AFCA076}" dt="2026-05-18T06:50:48.949" v="6129" actId="1076"/>
          <ac:spMkLst>
            <pc:docMk/>
            <pc:sldMk cId="2548547705" sldId="2083"/>
            <ac:spMk id="17" creationId="{AB4C94FA-D7A7-8060-4628-5BD393A40D49}"/>
          </ac:spMkLst>
        </pc:spChg>
        <pc:spChg chg="mod">
          <ac:chgData name="Jayalekshmi G" userId="7d9bf4d02a72ece4" providerId="LiveId" clId="{44C6DA86-762B-4AD9-9FC5-9BC27AFCA076}" dt="2026-05-18T06:47:29.569" v="6037" actId="1076"/>
          <ac:spMkLst>
            <pc:docMk/>
            <pc:sldMk cId="2548547705" sldId="2083"/>
            <ac:spMk id="47" creationId="{62AB5F94-7096-D4EE-F3C2-88362F0548BB}"/>
          </ac:spMkLst>
        </pc:spChg>
        <pc:spChg chg="mod">
          <ac:chgData name="Jayalekshmi G" userId="7d9bf4d02a72ece4" providerId="LiveId" clId="{44C6DA86-762B-4AD9-9FC5-9BC27AFCA076}" dt="2026-05-18T06:47:33.377" v="6038" actId="1076"/>
          <ac:spMkLst>
            <pc:docMk/>
            <pc:sldMk cId="2548547705" sldId="2083"/>
            <ac:spMk id="48" creationId="{82628F77-7093-0A22-8173-59E986062C3A}"/>
          </ac:spMkLst>
        </pc:spChg>
        <pc:spChg chg="mod">
          <ac:chgData name="Jayalekshmi G" userId="7d9bf4d02a72ece4" providerId="LiveId" clId="{44C6DA86-762B-4AD9-9FC5-9BC27AFCA076}" dt="2026-05-18T06:51:05.625" v="6131" actId="1076"/>
          <ac:spMkLst>
            <pc:docMk/>
            <pc:sldMk cId="2548547705" sldId="2083"/>
            <ac:spMk id="49" creationId="{86FE2E1E-1AD0-62F7-A6C5-EC1961D9920F}"/>
          </ac:spMkLst>
        </pc:spChg>
        <pc:spChg chg="mod">
          <ac:chgData name="Jayalekshmi G" userId="7d9bf4d02a72ece4" providerId="LiveId" clId="{44C6DA86-762B-4AD9-9FC5-9BC27AFCA076}" dt="2026-05-18T06:48:14.308" v="6049" actId="1076"/>
          <ac:spMkLst>
            <pc:docMk/>
            <pc:sldMk cId="2548547705" sldId="2083"/>
            <ac:spMk id="50" creationId="{C5029B3C-64DC-A25E-F49C-E1A162123D00}"/>
          </ac:spMkLst>
        </pc:spChg>
        <pc:spChg chg="mod">
          <ac:chgData name="Jayalekshmi G" userId="7d9bf4d02a72ece4" providerId="LiveId" clId="{44C6DA86-762B-4AD9-9FC5-9BC27AFCA076}" dt="2026-05-18T06:46:45.708" v="6025" actId="1076"/>
          <ac:spMkLst>
            <pc:docMk/>
            <pc:sldMk cId="2548547705" sldId="2083"/>
            <ac:spMk id="51" creationId="{1F534C2A-6048-15DD-B62A-4A654D108FC3}"/>
          </ac:spMkLst>
        </pc:spChg>
        <pc:spChg chg="mod">
          <ac:chgData name="Jayalekshmi G" userId="7d9bf4d02a72ece4" providerId="LiveId" clId="{44C6DA86-762B-4AD9-9FC5-9BC27AFCA076}" dt="2026-05-18T06:47:50.537" v="6043" actId="1076"/>
          <ac:spMkLst>
            <pc:docMk/>
            <pc:sldMk cId="2548547705" sldId="2083"/>
            <ac:spMk id="57" creationId="{E0011B82-3DC6-C906-44E3-5F2A7FE4CDFA}"/>
          </ac:spMkLst>
        </pc:spChg>
        <pc:spChg chg="mod">
          <ac:chgData name="Jayalekshmi G" userId="7d9bf4d02a72ece4" providerId="LiveId" clId="{44C6DA86-762B-4AD9-9FC5-9BC27AFCA076}" dt="2026-05-18T06:49:57.239" v="6095" actId="1076"/>
          <ac:spMkLst>
            <pc:docMk/>
            <pc:sldMk cId="2548547705" sldId="2083"/>
            <ac:spMk id="62" creationId="{A7F626FD-60B2-89CA-E50A-48EF823ED773}"/>
          </ac:spMkLst>
        </pc:spChg>
        <pc:spChg chg="mod">
          <ac:chgData name="Jayalekshmi G" userId="7d9bf4d02a72ece4" providerId="LiveId" clId="{44C6DA86-762B-4AD9-9FC5-9BC27AFCA076}" dt="2026-05-18T06:51:10.727" v="6133" actId="1076"/>
          <ac:spMkLst>
            <pc:docMk/>
            <pc:sldMk cId="2548547705" sldId="2083"/>
            <ac:spMk id="63" creationId="{79C273A0-29C6-ECEB-3CE6-D87F0433A329}"/>
          </ac:spMkLst>
        </pc:spChg>
        <pc:spChg chg="mod">
          <ac:chgData name="Jayalekshmi G" userId="7d9bf4d02a72ece4" providerId="LiveId" clId="{44C6DA86-762B-4AD9-9FC5-9BC27AFCA076}" dt="2026-05-18T06:50:57.150" v="6130" actId="1076"/>
          <ac:spMkLst>
            <pc:docMk/>
            <pc:sldMk cId="2548547705" sldId="2083"/>
            <ac:spMk id="64" creationId="{7DB008C3-13C6-54F3-EFA6-CCF14961E9B1}"/>
          </ac:spMkLst>
        </pc:spChg>
        <pc:grpChg chg="mod">
          <ac:chgData name="Jayalekshmi G" userId="7d9bf4d02a72ece4" providerId="LiveId" clId="{44C6DA86-762B-4AD9-9FC5-9BC27AFCA076}" dt="2026-05-18T06:51:36.466" v="6136" actId="1076"/>
          <ac:grpSpMkLst>
            <pc:docMk/>
            <pc:sldMk cId="2548547705" sldId="2083"/>
            <ac:grpSpMk id="5" creationId="{2EE87A91-2D83-C05D-C42A-D4BCA6C79141}"/>
          </ac:grpSpMkLst>
        </pc:grpChg>
        <pc:picChg chg="add mod">
          <ac:chgData name="Jayalekshmi G" userId="7d9bf4d02a72ece4" providerId="LiveId" clId="{44C6DA86-762B-4AD9-9FC5-9BC27AFCA076}" dt="2026-05-18T06:47:53.305" v="6044" actId="1076"/>
          <ac:picMkLst>
            <pc:docMk/>
            <pc:sldMk cId="2548547705" sldId="2083"/>
            <ac:picMk id="12" creationId="{216A2BC3-4F35-4DA0-3C1F-39B938A1BC47}"/>
          </ac:picMkLst>
        </pc:picChg>
        <pc:cxnChg chg="add mod">
          <ac:chgData name="Jayalekshmi G" userId="7d9bf4d02a72ece4" providerId="LiveId" clId="{44C6DA86-762B-4AD9-9FC5-9BC27AFCA076}" dt="2026-05-18T06:51:38.409" v="6137" actId="1076"/>
          <ac:cxnSpMkLst>
            <pc:docMk/>
            <pc:sldMk cId="2548547705" sldId="2083"/>
            <ac:cxnSpMk id="13" creationId="{7CBE344F-2807-8114-3273-08DAAF39571E}"/>
          </ac:cxnSpMkLst>
        </pc:cxnChg>
      </pc:sldChg>
      <pc:sldChg chg="addSp delSp modSp add del mod">
        <pc:chgData name="Jayalekshmi G" userId="7d9bf4d02a72ece4" providerId="LiveId" clId="{44C6DA86-762B-4AD9-9FC5-9BC27AFCA076}" dt="2026-05-18T06:41:54.024" v="6019" actId="14100"/>
        <pc:sldMkLst>
          <pc:docMk/>
          <pc:sldMk cId="4233981473" sldId="2084"/>
        </pc:sldMkLst>
        <pc:spChg chg="mod">
          <ac:chgData name="Jayalekshmi G" userId="7d9bf4d02a72ece4" providerId="LiveId" clId="{44C6DA86-762B-4AD9-9FC5-9BC27AFCA076}" dt="2026-05-18T06:41:27.603" v="6014" actId="207"/>
          <ac:spMkLst>
            <pc:docMk/>
            <pc:sldMk cId="4233981473" sldId="2084"/>
            <ac:spMk id="2" creationId="{BF104496-F231-FE88-A14F-719EB9B352D6}"/>
          </ac:spMkLst>
        </pc:spChg>
        <pc:spChg chg="add mod">
          <ac:chgData name="Jayalekshmi G" userId="7d9bf4d02a72ece4" providerId="LiveId" clId="{44C6DA86-762B-4AD9-9FC5-9BC27AFCA076}" dt="2026-05-18T01:56:15.445" v="4962"/>
          <ac:spMkLst>
            <pc:docMk/>
            <pc:sldMk cId="4233981473" sldId="2084"/>
            <ac:spMk id="9" creationId="{AA1B4AFE-EA4B-5011-954F-E6BD01E0BCB5}"/>
          </ac:spMkLst>
        </pc:spChg>
        <pc:spChg chg="add mod">
          <ac:chgData name="Jayalekshmi G" userId="7d9bf4d02a72ece4" providerId="LiveId" clId="{44C6DA86-762B-4AD9-9FC5-9BC27AFCA076}" dt="2026-05-18T01:56:21.227" v="4963"/>
          <ac:spMkLst>
            <pc:docMk/>
            <pc:sldMk cId="4233981473" sldId="2084"/>
            <ac:spMk id="10" creationId="{E94252BC-7D8B-EBEA-1D5B-1866F4ED0D97}"/>
          </ac:spMkLst>
        </pc:spChg>
        <pc:spChg chg="add del mod">
          <ac:chgData name="Jayalekshmi G" userId="7d9bf4d02a72ece4" providerId="LiveId" clId="{44C6DA86-762B-4AD9-9FC5-9BC27AFCA076}" dt="2026-05-18T06:33:45.025" v="5966" actId="1076"/>
          <ac:spMkLst>
            <pc:docMk/>
            <pc:sldMk cId="4233981473" sldId="2084"/>
            <ac:spMk id="16" creationId="{1392CD12-0B35-0391-EBDB-212D386D84AA}"/>
          </ac:spMkLst>
        </pc:spChg>
        <pc:spChg chg="topLvl">
          <ac:chgData name="Jayalekshmi G" userId="7d9bf4d02a72ece4" providerId="LiveId" clId="{44C6DA86-762B-4AD9-9FC5-9BC27AFCA076}" dt="2026-05-18T01:53:39.982" v="4957" actId="478"/>
          <ac:spMkLst>
            <pc:docMk/>
            <pc:sldMk cId="4233981473" sldId="2084"/>
            <ac:spMk id="28" creationId="{1359460D-961F-2C2D-90EF-5B7872DC941C}"/>
          </ac:spMkLst>
        </pc:spChg>
        <pc:spChg chg="mod topLvl">
          <ac:chgData name="Jayalekshmi G" userId="7d9bf4d02a72ece4" providerId="LiveId" clId="{44C6DA86-762B-4AD9-9FC5-9BC27AFCA076}" dt="2026-05-18T06:35:15.073" v="5979" actId="1076"/>
          <ac:spMkLst>
            <pc:docMk/>
            <pc:sldMk cId="4233981473" sldId="2084"/>
            <ac:spMk id="42" creationId="{8F3C9D65-5E62-5814-4D75-DA911A5EF9E5}"/>
          </ac:spMkLst>
        </pc:spChg>
        <pc:picChg chg="add mod">
          <ac:chgData name="Jayalekshmi G" userId="7d9bf4d02a72ece4" providerId="LiveId" clId="{44C6DA86-762B-4AD9-9FC5-9BC27AFCA076}" dt="2026-05-18T06:34:24.457" v="5972" actId="1076"/>
          <ac:picMkLst>
            <pc:docMk/>
            <pc:sldMk cId="4233981473" sldId="2084"/>
            <ac:picMk id="4" creationId="{056690FF-EB43-CD53-CB97-4633BB33C526}"/>
          </ac:picMkLst>
        </pc:picChg>
        <pc:cxnChg chg="add mod">
          <ac:chgData name="Jayalekshmi G" userId="7d9bf4d02a72ece4" providerId="LiveId" clId="{44C6DA86-762B-4AD9-9FC5-9BC27AFCA076}" dt="2026-05-18T06:41:54.024" v="6019" actId="14100"/>
          <ac:cxnSpMkLst>
            <pc:docMk/>
            <pc:sldMk cId="4233981473" sldId="2084"/>
            <ac:cxnSpMk id="5" creationId="{CB4A2378-89F1-AF59-7E29-462D4544FF79}"/>
          </ac:cxnSpMkLst>
        </pc:cxnChg>
      </pc:sldChg>
      <pc:sldMasterChg chg="delSldLayout modSldLayout">
        <pc:chgData name="Jayalekshmi G" userId="7d9bf4d02a72ece4" providerId="LiveId" clId="{44C6DA86-762B-4AD9-9FC5-9BC27AFCA076}" dt="2026-05-18T04:58:00.527" v="5450" actId="47"/>
        <pc:sldMasterMkLst>
          <pc:docMk/>
          <pc:sldMasterMk cId="2705691087" sldId="2147483669"/>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86D32-4DD3-4A02-93C9-6820664571AF}" type="datetimeFigureOut">
              <a:rPr lang="en-IN" smtClean="0"/>
              <a:t>11-06-2026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7AA0B8-6FDC-4870-8C92-D1618364A84E}" type="slidenum">
              <a:rPr lang="en-IN" smtClean="0"/>
              <a:t>‹#›</a:t>
            </a:fld>
            <a:endParaRPr lang="en-IN"/>
          </a:p>
        </p:txBody>
      </p:sp>
    </p:spTree>
    <p:extLst>
      <p:ext uri="{BB962C8B-B14F-4D97-AF65-F5344CB8AC3E}">
        <p14:creationId xmlns:p14="http://schemas.microsoft.com/office/powerpoint/2010/main" val="1629935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2</a:t>
            </a:fld>
            <a:endParaRPr lang="en-IN"/>
          </a:p>
        </p:txBody>
      </p:sp>
    </p:spTree>
    <p:extLst>
      <p:ext uri="{BB962C8B-B14F-4D97-AF65-F5344CB8AC3E}">
        <p14:creationId xmlns:p14="http://schemas.microsoft.com/office/powerpoint/2010/main" val="3488205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3</a:t>
            </a:fld>
            <a:endParaRPr lang="en-IN"/>
          </a:p>
        </p:txBody>
      </p:sp>
    </p:spTree>
    <p:extLst>
      <p:ext uri="{BB962C8B-B14F-4D97-AF65-F5344CB8AC3E}">
        <p14:creationId xmlns:p14="http://schemas.microsoft.com/office/powerpoint/2010/main" val="3153662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4</a:t>
            </a:fld>
            <a:endParaRPr lang="en-IN"/>
          </a:p>
        </p:txBody>
      </p:sp>
    </p:spTree>
    <p:extLst>
      <p:ext uri="{BB962C8B-B14F-4D97-AF65-F5344CB8AC3E}">
        <p14:creationId xmlns:p14="http://schemas.microsoft.com/office/powerpoint/2010/main" val="403653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7AA0B8-6FDC-4870-8C92-D1618364A84E}" type="slidenum">
              <a:rPr lang="en-IN" smtClean="0"/>
              <a:t>5</a:t>
            </a:fld>
            <a:endParaRPr lang="en-IN"/>
          </a:p>
        </p:txBody>
      </p:sp>
    </p:spTree>
    <p:extLst>
      <p:ext uri="{BB962C8B-B14F-4D97-AF65-F5344CB8AC3E}">
        <p14:creationId xmlns:p14="http://schemas.microsoft.com/office/powerpoint/2010/main" val="2740621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6</a:t>
            </a:fld>
            <a:endParaRPr lang="en-IN"/>
          </a:p>
        </p:txBody>
      </p:sp>
    </p:spTree>
    <p:extLst>
      <p:ext uri="{BB962C8B-B14F-4D97-AF65-F5344CB8AC3E}">
        <p14:creationId xmlns:p14="http://schemas.microsoft.com/office/powerpoint/2010/main" val="2318277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7</a:t>
            </a:fld>
            <a:endParaRPr lang="en-IN"/>
          </a:p>
        </p:txBody>
      </p:sp>
    </p:spTree>
    <p:extLst>
      <p:ext uri="{BB962C8B-B14F-4D97-AF65-F5344CB8AC3E}">
        <p14:creationId xmlns:p14="http://schemas.microsoft.com/office/powerpoint/2010/main" val="3090472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D7AA0B8-6FDC-4870-8C92-D1618364A84E}" type="slidenum">
              <a:rPr lang="en-IN" smtClean="0"/>
              <a:t>8</a:t>
            </a:fld>
            <a:endParaRPr lang="en-IN"/>
          </a:p>
        </p:txBody>
      </p:sp>
    </p:spTree>
    <p:extLst>
      <p:ext uri="{BB962C8B-B14F-4D97-AF65-F5344CB8AC3E}">
        <p14:creationId xmlns:p14="http://schemas.microsoft.com/office/powerpoint/2010/main" val="2490016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7AA0B8-6FDC-4870-8C92-D1618364A84E}" type="slidenum">
              <a:rPr lang="en-IN" smtClean="0"/>
              <a:t>20</a:t>
            </a:fld>
            <a:endParaRPr lang="en-IN"/>
          </a:p>
        </p:txBody>
      </p:sp>
    </p:spTree>
    <p:extLst>
      <p:ext uri="{BB962C8B-B14F-4D97-AF65-F5344CB8AC3E}">
        <p14:creationId xmlns:p14="http://schemas.microsoft.com/office/powerpoint/2010/main" val="4261122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69F5-2444-3B1B-163D-203D7CE35C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EE4D87-6700-A916-8DE1-3678E46C6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81D781-BA61-4E6C-F84A-3796FEF3884A}"/>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5FB908BF-BACC-C907-BB46-D1261B97C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7B0AC-A52A-5CAC-30BC-9C26E8118F2F}"/>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124543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90B32-B51E-0B2A-0A5A-23B2829764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0C2D75-FA86-1FCC-AAC6-2C6430EB31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2869B1-E6C7-6461-E2A0-08713A00EB8B}"/>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D8E5FC0B-3207-8912-17CB-72C661845A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33DC30-BE09-4235-0353-A5DB1A31C226}"/>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4035504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C5FE-38AB-8762-0091-20C0B36195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6726DE-16D4-8EF8-90FB-87220E932C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6C8C7E-1373-B0E6-EE18-FD0F5390935D}"/>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0DB262CB-1C62-059B-67A4-5C8B149AB7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A38BB1-1179-FFE2-E650-C13CB2B2D440}"/>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409869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26CF1-C605-C77E-0154-06690DC168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58E3AA-97E3-A324-8A76-255D6B6857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A705E8-4726-EF2B-F123-A687095E93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49ADD8-CB7D-D991-DC44-990D5EB5A3E3}"/>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6" name="Footer Placeholder 5">
            <a:extLst>
              <a:ext uri="{FF2B5EF4-FFF2-40B4-BE49-F238E27FC236}">
                <a16:creationId xmlns:a16="http://schemas.microsoft.com/office/drawing/2014/main" id="{40D85F20-117B-22E3-32CF-49B6E2C0F0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D79509-7F6F-5FE6-922F-FE04857F8F64}"/>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64145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3887D-4017-C918-1ACD-0E08F0097D5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E8478A-B933-2CB8-E131-FB959B1259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9BD56-FB62-5B03-F4E3-CA15013DA8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ADD6DD-9C4B-5958-0898-D0B6E2228F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9EBEE1-2904-A803-0F89-0BA303551A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AAE675-D1CF-80D2-5A1D-E508DDEEBDD5}"/>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8" name="Footer Placeholder 7">
            <a:extLst>
              <a:ext uri="{FF2B5EF4-FFF2-40B4-BE49-F238E27FC236}">
                <a16:creationId xmlns:a16="http://schemas.microsoft.com/office/drawing/2014/main" id="{6ED6E6E3-BA9D-386A-8A2B-AB5D20A55A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D93848-3E82-5DB2-0C38-5F2B4B8DE0EA}"/>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281289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7B2AD-DCE4-6703-1080-F8E1567002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7F1434-3CCB-AAF6-DAEB-80A613C5CAE1}"/>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4" name="Footer Placeholder 3">
            <a:extLst>
              <a:ext uri="{FF2B5EF4-FFF2-40B4-BE49-F238E27FC236}">
                <a16:creationId xmlns:a16="http://schemas.microsoft.com/office/drawing/2014/main" id="{3ED5834B-BF45-51E1-D040-7263580FA4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E97826-8BB9-7AFF-7A93-8A587644703D}"/>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141065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719656-2856-5282-5578-D3C6E64D2177}"/>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3" name="Footer Placeholder 2">
            <a:extLst>
              <a:ext uri="{FF2B5EF4-FFF2-40B4-BE49-F238E27FC236}">
                <a16:creationId xmlns:a16="http://schemas.microsoft.com/office/drawing/2014/main" id="{AD6831F7-F2A7-ED27-C522-D74EBA837A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CCF4C7-8204-FF98-C8E2-EB0D3B7EB33B}"/>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394009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3C197-A2B9-BB2E-7068-4E7A02A18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A294FB-D587-9074-AD6E-2771BC62EA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C8C10C-255A-0C0C-C676-D89ACA020B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AF5D7-40C5-8E06-1C69-66064C4C5628}"/>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6" name="Footer Placeholder 5">
            <a:extLst>
              <a:ext uri="{FF2B5EF4-FFF2-40B4-BE49-F238E27FC236}">
                <a16:creationId xmlns:a16="http://schemas.microsoft.com/office/drawing/2014/main" id="{BDEE2553-43CD-936A-2C58-771C91C75E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C83DF1-02E9-E821-7A5D-78DB87E82EA4}"/>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2608359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BB8AA-259F-E044-6474-9BDBDD7BC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F142D3-47BA-5AD0-E977-6C3A42BB0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A49B86-03A1-C7A5-0D84-0282E5FED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618AD-2F93-31D5-AD09-A063D8290A63}"/>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6" name="Footer Placeholder 5">
            <a:extLst>
              <a:ext uri="{FF2B5EF4-FFF2-40B4-BE49-F238E27FC236}">
                <a16:creationId xmlns:a16="http://schemas.microsoft.com/office/drawing/2014/main" id="{0CA21A7A-FD8E-2B4A-06F4-8CFAFF786F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38F5E4-0130-4782-B63F-325B07FD3983}"/>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4102114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F5AA-322F-FCAF-435D-B69F4C2B5E4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582928-A680-FD84-3C41-7F95DF6CB0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EC0FB-A0AA-AE83-03CA-1EC986F7B5FC}"/>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A919FF25-DFB7-307D-69D7-98EB5BE4F5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F54080-9469-FA48-5689-C3B90A0978FE}"/>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3904162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DC7290-5C6F-D656-6321-F27F6B7EDA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F6BA8A-DC99-6C9A-66F8-726E1DFA7D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CC8A1F-57FF-A957-F6B0-6A740399021A}"/>
              </a:ext>
            </a:extLst>
          </p:cNvPr>
          <p:cNvSpPr>
            <a:spLocks noGrp="1"/>
          </p:cNvSpPr>
          <p:nvPr>
            <p:ph type="dt" sz="half" idx="10"/>
          </p:nvPr>
        </p:nvSpPr>
        <p:spPr/>
        <p:txBody>
          <a:body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0E7518DC-DCF8-E950-CAC0-D04E04FEE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C92ECF-FB2D-D5E1-2685-9CBF052F5754}"/>
              </a:ext>
            </a:extLst>
          </p:cNvPr>
          <p:cNvSpPr>
            <a:spLocks noGrp="1"/>
          </p:cNvSpPr>
          <p:nvPr>
            <p:ph type="sldNum" sz="quarter" idx="12"/>
          </p:nvPr>
        </p:nvSpPr>
        <p:spPr/>
        <p:txBody>
          <a:bodyPr/>
          <a:lstStyle/>
          <a:p>
            <a:fld id="{5F0A6FD0-050E-4CFF-9CE3-9AFA2D8C6448}" type="slidenum">
              <a:rPr lang="en-IN" smtClean="0"/>
              <a:t>‹#›</a:t>
            </a:fld>
            <a:endParaRPr lang="en-IN"/>
          </a:p>
        </p:txBody>
      </p:sp>
    </p:spTree>
    <p:extLst>
      <p:ext uri="{BB962C8B-B14F-4D97-AF65-F5344CB8AC3E}">
        <p14:creationId xmlns:p14="http://schemas.microsoft.com/office/powerpoint/2010/main" val="2683677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0"/>
        <p:cNvGrpSpPr/>
        <p:nvPr/>
      </p:nvGrpSpPr>
      <p:grpSpPr>
        <a:xfrm>
          <a:off x="0" y="0"/>
          <a:ext cx="0" cy="0"/>
          <a:chOff x="0" y="0"/>
          <a:chExt cx="0" cy="0"/>
        </a:xfrm>
      </p:grpSpPr>
      <p:sp>
        <p:nvSpPr>
          <p:cNvPr id="11" name="Google Shape;11;p2"/>
          <p:cNvSpPr>
            <a:spLocks noGrp="1"/>
          </p:cNvSpPr>
          <p:nvPr>
            <p:ph type="pic" idx="2"/>
          </p:nvPr>
        </p:nvSpPr>
        <p:spPr>
          <a:xfrm>
            <a:off x="6900222" y="-1178792"/>
            <a:ext cx="7031182" cy="7031182"/>
          </a:xfrm>
          <a:prstGeom prst="rect">
            <a:avLst/>
          </a:prstGeom>
          <a:noFill/>
          <a:ln>
            <a:noFill/>
          </a:ln>
        </p:spPr>
        <p:txBody>
          <a:bodyPr/>
          <a:lstStyle/>
          <a:p>
            <a:endParaRPr lang="en-IN"/>
          </a:p>
        </p:txBody>
      </p:sp>
    </p:spTree>
    <p:extLst>
      <p:ext uri="{BB962C8B-B14F-4D97-AF65-F5344CB8AC3E}">
        <p14:creationId xmlns:p14="http://schemas.microsoft.com/office/powerpoint/2010/main" val="1287470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239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4AAB-751A-48DB-029C-731BBF8E41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903BEFD-CC71-ED6E-7AC0-4ED3E7F65D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84F3EDC-047A-DC2A-D206-55E87C6347EF}"/>
              </a:ext>
            </a:extLst>
          </p:cNvPr>
          <p:cNvSpPr>
            <a:spLocks noGrp="1"/>
          </p:cNvSpPr>
          <p:nvPr>
            <p:ph type="dt" sz="half" idx="10"/>
          </p:nvPr>
        </p:nvSpPr>
        <p:spPr/>
        <p:txBody>
          <a:bodyPr/>
          <a:lstStyle/>
          <a:p>
            <a:fld id="{4BE29712-14D1-4487-B867-07B54FF7118C}" type="datetimeFigureOut">
              <a:rPr lang="en-GB" smtClean="0"/>
              <a:t>11/06/2026</a:t>
            </a:fld>
            <a:endParaRPr lang="en-GB"/>
          </a:p>
        </p:txBody>
      </p:sp>
      <p:sp>
        <p:nvSpPr>
          <p:cNvPr id="5" name="Footer Placeholder 4">
            <a:extLst>
              <a:ext uri="{FF2B5EF4-FFF2-40B4-BE49-F238E27FC236}">
                <a16:creationId xmlns:a16="http://schemas.microsoft.com/office/drawing/2014/main" id="{FB982C05-4304-5016-1898-85DBDDF9DF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EF53DB-ECD2-8F48-D215-EA043C0824A3}"/>
              </a:ext>
            </a:extLst>
          </p:cNvPr>
          <p:cNvSpPr>
            <a:spLocks noGrp="1"/>
          </p:cNvSpPr>
          <p:nvPr>
            <p:ph type="sldNum" sz="quarter" idx="12"/>
          </p:nvPr>
        </p:nvSpPr>
        <p:spPr/>
        <p:txBody>
          <a:bodyPr/>
          <a:lstStyle/>
          <a:p>
            <a:fld id="{D46EBFC0-297A-44BD-8935-99BED8EAE3F9}" type="slidenum">
              <a:rPr lang="en-GB" smtClean="0"/>
              <a:t>‹#›</a:t>
            </a:fld>
            <a:endParaRPr lang="en-GB"/>
          </a:p>
        </p:txBody>
      </p:sp>
    </p:spTree>
    <p:extLst>
      <p:ext uri="{BB962C8B-B14F-4D97-AF65-F5344CB8AC3E}">
        <p14:creationId xmlns:p14="http://schemas.microsoft.com/office/powerpoint/2010/main" val="1393472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1A88-9D91-88AF-3337-8BDB4FE0AB0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E014F4-96BF-185B-EF7D-2284382AA5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ECFF857-3A26-715B-C2A4-2FA5CC334794}"/>
              </a:ext>
            </a:extLst>
          </p:cNvPr>
          <p:cNvSpPr>
            <a:spLocks noGrp="1"/>
          </p:cNvSpPr>
          <p:nvPr>
            <p:ph type="dt" sz="half" idx="10"/>
          </p:nvPr>
        </p:nvSpPr>
        <p:spPr/>
        <p:txBody>
          <a:bodyPr/>
          <a:lstStyle/>
          <a:p>
            <a:fld id="{4BE29712-14D1-4487-B867-07B54FF7118C}" type="datetimeFigureOut">
              <a:rPr lang="en-GB" smtClean="0"/>
              <a:t>11/06/2026</a:t>
            </a:fld>
            <a:endParaRPr lang="en-GB"/>
          </a:p>
        </p:txBody>
      </p:sp>
      <p:sp>
        <p:nvSpPr>
          <p:cNvPr id="5" name="Footer Placeholder 4">
            <a:extLst>
              <a:ext uri="{FF2B5EF4-FFF2-40B4-BE49-F238E27FC236}">
                <a16:creationId xmlns:a16="http://schemas.microsoft.com/office/drawing/2014/main" id="{BB8566B7-5248-8B9C-3D1A-3C091D56B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70EF1F-97F9-521B-FF7C-08D061CF4160}"/>
              </a:ext>
            </a:extLst>
          </p:cNvPr>
          <p:cNvSpPr>
            <a:spLocks noGrp="1"/>
          </p:cNvSpPr>
          <p:nvPr>
            <p:ph type="sldNum" sz="quarter" idx="12"/>
          </p:nvPr>
        </p:nvSpPr>
        <p:spPr/>
        <p:txBody>
          <a:bodyPr/>
          <a:lstStyle/>
          <a:p>
            <a:fld id="{D46EBFC0-297A-44BD-8935-99BED8EAE3F9}" type="slidenum">
              <a:rPr lang="en-GB" smtClean="0"/>
              <a:t>‹#›</a:t>
            </a:fld>
            <a:endParaRPr lang="en-GB"/>
          </a:p>
        </p:txBody>
      </p:sp>
    </p:spTree>
    <p:extLst>
      <p:ext uri="{BB962C8B-B14F-4D97-AF65-F5344CB8AC3E}">
        <p14:creationId xmlns:p14="http://schemas.microsoft.com/office/powerpoint/2010/main" val="1452119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928E91D3-C36F-68D0-EA09-3B5874A99B18}"/>
              </a:ext>
            </a:extLst>
          </p:cNvPr>
          <p:cNvSpPr>
            <a:spLocks noGrp="1"/>
          </p:cNvSpPr>
          <p:nvPr>
            <p:ph type="pic" sz="quarter" idx="10"/>
          </p:nvPr>
        </p:nvSpPr>
        <p:spPr>
          <a:xfrm>
            <a:off x="7239000" y="0"/>
            <a:ext cx="4953000" cy="6858000"/>
          </a:xfrm>
          <a:custGeom>
            <a:avLst/>
            <a:gdLst>
              <a:gd name="connsiteX0" fmla="*/ 0 w 5086350"/>
              <a:gd name="connsiteY0" fmla="*/ 0 h 6858000"/>
              <a:gd name="connsiteX1" fmla="*/ 5086350 w 5086350"/>
              <a:gd name="connsiteY1" fmla="*/ 0 h 6858000"/>
              <a:gd name="connsiteX2" fmla="*/ 5086350 w 5086350"/>
              <a:gd name="connsiteY2" fmla="*/ 6858000 h 6858000"/>
              <a:gd name="connsiteX3" fmla="*/ 0 w 50863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086350" h="6858000">
                <a:moveTo>
                  <a:pt x="0" y="0"/>
                </a:moveTo>
                <a:lnTo>
                  <a:pt x="5086350" y="0"/>
                </a:lnTo>
                <a:lnTo>
                  <a:pt x="5086350" y="6858000"/>
                </a:lnTo>
                <a:lnTo>
                  <a:pt x="0" y="6858000"/>
                </a:lnTo>
                <a:close/>
              </a:path>
            </a:pathLst>
          </a:custGeom>
        </p:spPr>
        <p:txBody>
          <a:bodyPr wrap="square">
            <a:noAutofit/>
          </a:bodyPr>
          <a:lstStyle>
            <a:lvl1pPr>
              <a:defRPr sz="1000"/>
            </a:lvl1pPr>
          </a:lstStyle>
          <a:p>
            <a:endParaRPr lang="en-GB"/>
          </a:p>
        </p:txBody>
      </p:sp>
    </p:spTree>
    <p:extLst>
      <p:ext uri="{BB962C8B-B14F-4D97-AF65-F5344CB8AC3E}">
        <p14:creationId xmlns:p14="http://schemas.microsoft.com/office/powerpoint/2010/main" val="3149474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E62B08-0802-5918-24E5-2B0E1E04BD3D}"/>
              </a:ext>
            </a:extLst>
          </p:cNvPr>
          <p:cNvSpPr>
            <a:spLocks noGrp="1"/>
          </p:cNvSpPr>
          <p:nvPr>
            <p:ph type="pic" sz="quarter" idx="10"/>
          </p:nvPr>
        </p:nvSpPr>
        <p:spPr>
          <a:xfrm>
            <a:off x="736599" y="2517393"/>
            <a:ext cx="5381014" cy="3616707"/>
          </a:xfrm>
          <a:custGeom>
            <a:avLst/>
            <a:gdLst>
              <a:gd name="connsiteX0" fmla="*/ 129984 w 5381014"/>
              <a:gd name="connsiteY0" fmla="*/ 0 h 3616707"/>
              <a:gd name="connsiteX1" fmla="*/ 5251030 w 5381014"/>
              <a:gd name="connsiteY1" fmla="*/ 0 h 3616707"/>
              <a:gd name="connsiteX2" fmla="*/ 5381014 w 5381014"/>
              <a:gd name="connsiteY2" fmla="*/ 129984 h 3616707"/>
              <a:gd name="connsiteX3" fmla="*/ 5381014 w 5381014"/>
              <a:gd name="connsiteY3" fmla="*/ 3486723 h 3616707"/>
              <a:gd name="connsiteX4" fmla="*/ 5251030 w 5381014"/>
              <a:gd name="connsiteY4" fmla="*/ 3616707 h 3616707"/>
              <a:gd name="connsiteX5" fmla="*/ 129984 w 5381014"/>
              <a:gd name="connsiteY5" fmla="*/ 3616707 h 3616707"/>
              <a:gd name="connsiteX6" fmla="*/ 0 w 5381014"/>
              <a:gd name="connsiteY6" fmla="*/ 3486723 h 3616707"/>
              <a:gd name="connsiteX7" fmla="*/ 0 w 5381014"/>
              <a:gd name="connsiteY7" fmla="*/ 129984 h 3616707"/>
              <a:gd name="connsiteX8" fmla="*/ 129984 w 5381014"/>
              <a:gd name="connsiteY8" fmla="*/ 0 h 361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81014" h="3616707">
                <a:moveTo>
                  <a:pt x="129984" y="0"/>
                </a:moveTo>
                <a:lnTo>
                  <a:pt x="5251030" y="0"/>
                </a:lnTo>
                <a:cubicBezTo>
                  <a:pt x="5322818" y="0"/>
                  <a:pt x="5381014" y="58196"/>
                  <a:pt x="5381014" y="129984"/>
                </a:cubicBezTo>
                <a:lnTo>
                  <a:pt x="5381014" y="3486723"/>
                </a:lnTo>
                <a:cubicBezTo>
                  <a:pt x="5381014" y="3558511"/>
                  <a:pt x="5322818" y="3616707"/>
                  <a:pt x="5251030" y="3616707"/>
                </a:cubicBezTo>
                <a:lnTo>
                  <a:pt x="129984" y="3616707"/>
                </a:lnTo>
                <a:cubicBezTo>
                  <a:pt x="58196" y="3616707"/>
                  <a:pt x="0" y="3558511"/>
                  <a:pt x="0" y="3486723"/>
                </a:cubicBezTo>
                <a:lnTo>
                  <a:pt x="0" y="129984"/>
                </a:lnTo>
                <a:cubicBezTo>
                  <a:pt x="0" y="58196"/>
                  <a:pt x="58196" y="0"/>
                  <a:pt x="129984" y="0"/>
                </a:cubicBezTo>
                <a:close/>
              </a:path>
            </a:pathLst>
          </a:custGeom>
        </p:spPr>
        <p:txBody>
          <a:bodyPr wrap="square">
            <a:noAutofit/>
          </a:bodyPr>
          <a:lstStyle>
            <a:lvl1pPr>
              <a:defRPr sz="1000"/>
            </a:lvl1pPr>
          </a:lstStyle>
          <a:p>
            <a:endParaRPr lang="en-GB"/>
          </a:p>
        </p:txBody>
      </p:sp>
    </p:spTree>
    <p:extLst>
      <p:ext uri="{BB962C8B-B14F-4D97-AF65-F5344CB8AC3E}">
        <p14:creationId xmlns:p14="http://schemas.microsoft.com/office/powerpoint/2010/main" val="37760561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441342E-9C51-D70B-DCCD-EF80E6083D30}"/>
              </a:ext>
            </a:extLst>
          </p:cNvPr>
          <p:cNvSpPr>
            <a:spLocks noGrp="1"/>
          </p:cNvSpPr>
          <p:nvPr>
            <p:ph type="pic" sz="quarter" idx="10"/>
          </p:nvPr>
        </p:nvSpPr>
        <p:spPr>
          <a:xfrm>
            <a:off x="4648199" y="2543162"/>
            <a:ext cx="4346347" cy="3581400"/>
          </a:xfrm>
          <a:custGeom>
            <a:avLst/>
            <a:gdLst>
              <a:gd name="connsiteX0" fmla="*/ 120299 w 5435374"/>
              <a:gd name="connsiteY0" fmla="*/ 0 h 3581400"/>
              <a:gd name="connsiteX1" fmla="*/ 5315075 w 5435374"/>
              <a:gd name="connsiteY1" fmla="*/ 0 h 3581400"/>
              <a:gd name="connsiteX2" fmla="*/ 5435374 w 5435374"/>
              <a:gd name="connsiteY2" fmla="*/ 120299 h 3581400"/>
              <a:gd name="connsiteX3" fmla="*/ 5435374 w 5435374"/>
              <a:gd name="connsiteY3" fmla="*/ 3461101 h 3581400"/>
              <a:gd name="connsiteX4" fmla="*/ 5315075 w 5435374"/>
              <a:gd name="connsiteY4" fmla="*/ 3581400 h 3581400"/>
              <a:gd name="connsiteX5" fmla="*/ 120299 w 5435374"/>
              <a:gd name="connsiteY5" fmla="*/ 3581400 h 3581400"/>
              <a:gd name="connsiteX6" fmla="*/ 0 w 5435374"/>
              <a:gd name="connsiteY6" fmla="*/ 3461101 h 3581400"/>
              <a:gd name="connsiteX7" fmla="*/ 0 w 5435374"/>
              <a:gd name="connsiteY7" fmla="*/ 120299 h 3581400"/>
              <a:gd name="connsiteX8" fmla="*/ 120299 w 5435374"/>
              <a:gd name="connsiteY8" fmla="*/ 0 h 358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35374" h="3581400">
                <a:moveTo>
                  <a:pt x="120299" y="0"/>
                </a:moveTo>
                <a:lnTo>
                  <a:pt x="5315075" y="0"/>
                </a:lnTo>
                <a:cubicBezTo>
                  <a:pt x="5381514" y="0"/>
                  <a:pt x="5435374" y="53860"/>
                  <a:pt x="5435374" y="120299"/>
                </a:cubicBezTo>
                <a:lnTo>
                  <a:pt x="5435374" y="3461101"/>
                </a:lnTo>
                <a:cubicBezTo>
                  <a:pt x="5435374" y="3527540"/>
                  <a:pt x="5381514" y="3581400"/>
                  <a:pt x="5315075" y="3581400"/>
                </a:cubicBezTo>
                <a:lnTo>
                  <a:pt x="120299" y="3581400"/>
                </a:lnTo>
                <a:cubicBezTo>
                  <a:pt x="53860" y="3581400"/>
                  <a:pt x="0" y="3527540"/>
                  <a:pt x="0" y="3461101"/>
                </a:cubicBezTo>
                <a:lnTo>
                  <a:pt x="0" y="120299"/>
                </a:lnTo>
                <a:cubicBezTo>
                  <a:pt x="0" y="53860"/>
                  <a:pt x="53860" y="0"/>
                  <a:pt x="120299" y="0"/>
                </a:cubicBezTo>
                <a:close/>
              </a:path>
            </a:pathLst>
          </a:custGeom>
        </p:spPr>
        <p:txBody>
          <a:bodyPr wrap="square">
            <a:noAutofit/>
          </a:bodyPr>
          <a:lstStyle>
            <a:lvl1pPr>
              <a:defRPr sz="1100"/>
            </a:lvl1pPr>
          </a:lstStyle>
          <a:p>
            <a:endParaRPr lang="en-GB"/>
          </a:p>
        </p:txBody>
      </p:sp>
    </p:spTree>
    <p:extLst>
      <p:ext uri="{BB962C8B-B14F-4D97-AF65-F5344CB8AC3E}">
        <p14:creationId xmlns:p14="http://schemas.microsoft.com/office/powerpoint/2010/main" val="156394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2CF13BA-F965-0621-736A-5FE827E0DB15}"/>
              </a:ext>
            </a:extLst>
          </p:cNvPr>
          <p:cNvSpPr>
            <a:spLocks noGrp="1"/>
          </p:cNvSpPr>
          <p:nvPr>
            <p:ph type="pic" sz="quarter" idx="11"/>
          </p:nvPr>
        </p:nvSpPr>
        <p:spPr>
          <a:xfrm>
            <a:off x="10533357" y="2446141"/>
            <a:ext cx="382718" cy="382718"/>
          </a:xfrm>
          <a:custGeom>
            <a:avLst/>
            <a:gdLst>
              <a:gd name="connsiteX0" fmla="*/ 191359 w 382718"/>
              <a:gd name="connsiteY0" fmla="*/ 0 h 382718"/>
              <a:gd name="connsiteX1" fmla="*/ 382718 w 382718"/>
              <a:gd name="connsiteY1" fmla="*/ 191359 h 382718"/>
              <a:gd name="connsiteX2" fmla="*/ 191359 w 382718"/>
              <a:gd name="connsiteY2" fmla="*/ 382718 h 382718"/>
              <a:gd name="connsiteX3" fmla="*/ 0 w 382718"/>
              <a:gd name="connsiteY3" fmla="*/ 191359 h 382718"/>
              <a:gd name="connsiteX4" fmla="*/ 191359 w 382718"/>
              <a:gd name="connsiteY4" fmla="*/ 0 h 38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8" h="382718">
                <a:moveTo>
                  <a:pt x="191359" y="0"/>
                </a:moveTo>
                <a:cubicBezTo>
                  <a:pt x="297044" y="0"/>
                  <a:pt x="382718" y="85674"/>
                  <a:pt x="382718" y="191359"/>
                </a:cubicBezTo>
                <a:cubicBezTo>
                  <a:pt x="382718" y="297044"/>
                  <a:pt x="297044" y="382718"/>
                  <a:pt x="191359" y="382718"/>
                </a:cubicBezTo>
                <a:cubicBezTo>
                  <a:pt x="85674" y="382718"/>
                  <a:pt x="0" y="297044"/>
                  <a:pt x="0" y="191359"/>
                </a:cubicBezTo>
                <a:cubicBezTo>
                  <a:pt x="0" y="85674"/>
                  <a:pt x="85674" y="0"/>
                  <a:pt x="191359" y="0"/>
                </a:cubicBezTo>
                <a:close/>
              </a:path>
            </a:pathLst>
          </a:custGeom>
        </p:spPr>
        <p:txBody>
          <a:bodyPr wrap="square">
            <a:noAutofit/>
          </a:bodyPr>
          <a:lstStyle>
            <a:lvl1pPr>
              <a:defRPr sz="1050"/>
            </a:lvl1pPr>
          </a:lstStyle>
          <a:p>
            <a:endParaRPr lang="en-GB"/>
          </a:p>
        </p:txBody>
      </p:sp>
      <p:sp>
        <p:nvSpPr>
          <p:cNvPr id="8" name="Picture Placeholder 7">
            <a:extLst>
              <a:ext uri="{FF2B5EF4-FFF2-40B4-BE49-F238E27FC236}">
                <a16:creationId xmlns:a16="http://schemas.microsoft.com/office/drawing/2014/main" id="{28A25221-4699-93EC-89D1-50AFA0D6B1DB}"/>
              </a:ext>
            </a:extLst>
          </p:cNvPr>
          <p:cNvSpPr>
            <a:spLocks noGrp="1"/>
          </p:cNvSpPr>
          <p:nvPr>
            <p:ph type="pic" sz="quarter" idx="10"/>
          </p:nvPr>
        </p:nvSpPr>
        <p:spPr>
          <a:xfrm>
            <a:off x="10814133" y="2446141"/>
            <a:ext cx="382718" cy="382718"/>
          </a:xfrm>
          <a:custGeom>
            <a:avLst/>
            <a:gdLst>
              <a:gd name="connsiteX0" fmla="*/ 191359 w 382718"/>
              <a:gd name="connsiteY0" fmla="*/ 0 h 382718"/>
              <a:gd name="connsiteX1" fmla="*/ 382718 w 382718"/>
              <a:gd name="connsiteY1" fmla="*/ 191359 h 382718"/>
              <a:gd name="connsiteX2" fmla="*/ 191359 w 382718"/>
              <a:gd name="connsiteY2" fmla="*/ 382718 h 382718"/>
              <a:gd name="connsiteX3" fmla="*/ 0 w 382718"/>
              <a:gd name="connsiteY3" fmla="*/ 191359 h 382718"/>
              <a:gd name="connsiteX4" fmla="*/ 191359 w 382718"/>
              <a:gd name="connsiteY4" fmla="*/ 0 h 382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8" h="382718">
                <a:moveTo>
                  <a:pt x="191359" y="0"/>
                </a:moveTo>
                <a:cubicBezTo>
                  <a:pt x="297044" y="0"/>
                  <a:pt x="382718" y="85674"/>
                  <a:pt x="382718" y="191359"/>
                </a:cubicBezTo>
                <a:cubicBezTo>
                  <a:pt x="382718" y="297044"/>
                  <a:pt x="297044" y="382718"/>
                  <a:pt x="191359" y="382718"/>
                </a:cubicBezTo>
                <a:cubicBezTo>
                  <a:pt x="85674" y="382718"/>
                  <a:pt x="0" y="297044"/>
                  <a:pt x="0" y="191359"/>
                </a:cubicBezTo>
                <a:cubicBezTo>
                  <a:pt x="0" y="85674"/>
                  <a:pt x="85674" y="0"/>
                  <a:pt x="191359" y="0"/>
                </a:cubicBezTo>
                <a:close/>
              </a:path>
            </a:pathLst>
          </a:custGeom>
        </p:spPr>
        <p:txBody>
          <a:bodyPr wrap="square">
            <a:noAutofit/>
          </a:bodyPr>
          <a:lstStyle>
            <a:lvl1pPr>
              <a:defRPr sz="1000"/>
            </a:lvl1pPr>
          </a:lstStyle>
          <a:p>
            <a:endParaRPr lang="en-GB"/>
          </a:p>
        </p:txBody>
      </p:sp>
    </p:spTree>
    <p:extLst>
      <p:ext uri="{BB962C8B-B14F-4D97-AF65-F5344CB8AC3E}">
        <p14:creationId xmlns:p14="http://schemas.microsoft.com/office/powerpoint/2010/main" val="92263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A3F0A95-5A01-4F67-5DDB-07905611D9EA}"/>
              </a:ext>
            </a:extLst>
          </p:cNvPr>
          <p:cNvSpPr>
            <a:spLocks noGrp="1"/>
          </p:cNvSpPr>
          <p:nvPr>
            <p:ph type="pic" sz="quarter" idx="10"/>
          </p:nvPr>
        </p:nvSpPr>
        <p:spPr>
          <a:xfrm>
            <a:off x="736007" y="2545017"/>
            <a:ext cx="5906596" cy="3583907"/>
          </a:xfrm>
          <a:custGeom>
            <a:avLst/>
            <a:gdLst>
              <a:gd name="connsiteX0" fmla="*/ 0 w 5906596"/>
              <a:gd name="connsiteY0" fmla="*/ 0 h 3583907"/>
              <a:gd name="connsiteX1" fmla="*/ 5906596 w 5906596"/>
              <a:gd name="connsiteY1" fmla="*/ 0 h 3583907"/>
              <a:gd name="connsiteX2" fmla="*/ 5906596 w 5906596"/>
              <a:gd name="connsiteY2" fmla="*/ 3583907 h 3583907"/>
              <a:gd name="connsiteX3" fmla="*/ 0 w 5906596"/>
              <a:gd name="connsiteY3" fmla="*/ 3583907 h 3583907"/>
            </a:gdLst>
            <a:ahLst/>
            <a:cxnLst>
              <a:cxn ang="0">
                <a:pos x="connsiteX0" y="connsiteY0"/>
              </a:cxn>
              <a:cxn ang="0">
                <a:pos x="connsiteX1" y="connsiteY1"/>
              </a:cxn>
              <a:cxn ang="0">
                <a:pos x="connsiteX2" y="connsiteY2"/>
              </a:cxn>
              <a:cxn ang="0">
                <a:pos x="connsiteX3" y="connsiteY3"/>
              </a:cxn>
            </a:cxnLst>
            <a:rect l="l" t="t" r="r" b="b"/>
            <a:pathLst>
              <a:path w="5906596" h="3583907">
                <a:moveTo>
                  <a:pt x="0" y="0"/>
                </a:moveTo>
                <a:lnTo>
                  <a:pt x="5906596" y="0"/>
                </a:lnTo>
                <a:lnTo>
                  <a:pt x="5906596" y="3583907"/>
                </a:lnTo>
                <a:lnTo>
                  <a:pt x="0" y="3583907"/>
                </a:lnTo>
                <a:close/>
              </a:path>
            </a:pathLst>
          </a:custGeom>
        </p:spPr>
        <p:txBody>
          <a:bodyPr wrap="square">
            <a:noAutofit/>
          </a:bodyPr>
          <a:lstStyle>
            <a:lvl1pPr>
              <a:defRPr sz="1100"/>
            </a:lvl1pPr>
          </a:lstStyle>
          <a:p>
            <a:endParaRPr lang="en-GB"/>
          </a:p>
        </p:txBody>
      </p:sp>
    </p:spTree>
    <p:extLst>
      <p:ext uri="{BB962C8B-B14F-4D97-AF65-F5344CB8AC3E}">
        <p14:creationId xmlns:p14="http://schemas.microsoft.com/office/powerpoint/2010/main" val="2322172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C5064FA-E05F-13FE-3054-78E1FFD562D6}"/>
              </a:ext>
            </a:extLst>
          </p:cNvPr>
          <p:cNvSpPr>
            <a:spLocks noGrp="1"/>
          </p:cNvSpPr>
          <p:nvPr>
            <p:ph type="pic" sz="quarter" idx="11"/>
          </p:nvPr>
        </p:nvSpPr>
        <p:spPr>
          <a:xfrm>
            <a:off x="9359900" y="3251199"/>
            <a:ext cx="2095500" cy="2882880"/>
          </a:xfrm>
          <a:custGeom>
            <a:avLst/>
            <a:gdLst>
              <a:gd name="connsiteX0" fmla="*/ 1047750 w 2095500"/>
              <a:gd name="connsiteY0" fmla="*/ 0 h 2882880"/>
              <a:gd name="connsiteX1" fmla="*/ 2095500 w 2095500"/>
              <a:gd name="connsiteY1" fmla="*/ 1047750 h 2882880"/>
              <a:gd name="connsiteX2" fmla="*/ 2095500 w 2095500"/>
              <a:gd name="connsiteY2" fmla="*/ 1835130 h 2882880"/>
              <a:gd name="connsiteX3" fmla="*/ 1047750 w 2095500"/>
              <a:gd name="connsiteY3" fmla="*/ 2882880 h 2882880"/>
              <a:gd name="connsiteX4" fmla="*/ 0 w 2095500"/>
              <a:gd name="connsiteY4" fmla="*/ 1835130 h 2882880"/>
              <a:gd name="connsiteX5" fmla="*/ 0 w 2095500"/>
              <a:gd name="connsiteY5" fmla="*/ 1047750 h 2882880"/>
              <a:gd name="connsiteX6" fmla="*/ 1047750 w 2095500"/>
              <a:gd name="connsiteY6" fmla="*/ 0 h 28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0" h="2882880">
                <a:moveTo>
                  <a:pt x="1047750" y="0"/>
                </a:moveTo>
                <a:cubicBezTo>
                  <a:pt x="1626406" y="0"/>
                  <a:pt x="2095500" y="469094"/>
                  <a:pt x="2095500" y="1047750"/>
                </a:cubicBezTo>
                <a:lnTo>
                  <a:pt x="2095500" y="1835130"/>
                </a:lnTo>
                <a:cubicBezTo>
                  <a:pt x="2095500" y="2413786"/>
                  <a:pt x="1626406" y="2882880"/>
                  <a:pt x="1047750" y="2882880"/>
                </a:cubicBezTo>
                <a:cubicBezTo>
                  <a:pt x="469094" y="2882880"/>
                  <a:pt x="0" y="2413786"/>
                  <a:pt x="0" y="1835130"/>
                </a:cubicBezTo>
                <a:lnTo>
                  <a:pt x="0" y="1047750"/>
                </a:lnTo>
                <a:cubicBezTo>
                  <a:pt x="0" y="469094"/>
                  <a:pt x="469094" y="0"/>
                  <a:pt x="1047750" y="0"/>
                </a:cubicBezTo>
                <a:close/>
              </a:path>
            </a:pathLst>
          </a:custGeom>
        </p:spPr>
        <p:txBody>
          <a:bodyPr wrap="square">
            <a:noAutofit/>
          </a:bodyPr>
          <a:lstStyle>
            <a:lvl1pPr>
              <a:defRPr sz="1000"/>
            </a:lvl1pPr>
          </a:lstStyle>
          <a:p>
            <a:endParaRPr lang="en-GB"/>
          </a:p>
        </p:txBody>
      </p:sp>
      <p:sp>
        <p:nvSpPr>
          <p:cNvPr id="8" name="Picture Placeholder 7">
            <a:extLst>
              <a:ext uri="{FF2B5EF4-FFF2-40B4-BE49-F238E27FC236}">
                <a16:creationId xmlns:a16="http://schemas.microsoft.com/office/drawing/2014/main" id="{21C70AF7-2146-54B7-333B-4C21B21682F3}"/>
              </a:ext>
            </a:extLst>
          </p:cNvPr>
          <p:cNvSpPr>
            <a:spLocks noGrp="1"/>
          </p:cNvSpPr>
          <p:nvPr>
            <p:ph type="pic" sz="quarter" idx="10"/>
          </p:nvPr>
        </p:nvSpPr>
        <p:spPr>
          <a:xfrm>
            <a:off x="7086600" y="1464570"/>
            <a:ext cx="2095500" cy="4669513"/>
          </a:xfrm>
          <a:custGeom>
            <a:avLst/>
            <a:gdLst>
              <a:gd name="connsiteX0" fmla="*/ 1047750 w 2095500"/>
              <a:gd name="connsiteY0" fmla="*/ 0 h 4669513"/>
              <a:gd name="connsiteX1" fmla="*/ 2095500 w 2095500"/>
              <a:gd name="connsiteY1" fmla="*/ 1047750 h 4669513"/>
              <a:gd name="connsiteX2" fmla="*/ 2095500 w 2095500"/>
              <a:gd name="connsiteY2" fmla="*/ 3621763 h 4669513"/>
              <a:gd name="connsiteX3" fmla="*/ 1047750 w 2095500"/>
              <a:gd name="connsiteY3" fmla="*/ 4669513 h 4669513"/>
              <a:gd name="connsiteX4" fmla="*/ 0 w 2095500"/>
              <a:gd name="connsiteY4" fmla="*/ 3621763 h 4669513"/>
              <a:gd name="connsiteX5" fmla="*/ 0 w 2095500"/>
              <a:gd name="connsiteY5" fmla="*/ 1047750 h 4669513"/>
              <a:gd name="connsiteX6" fmla="*/ 1047750 w 2095500"/>
              <a:gd name="connsiteY6" fmla="*/ 0 h 466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0" h="4669513">
                <a:moveTo>
                  <a:pt x="1047750" y="0"/>
                </a:moveTo>
                <a:cubicBezTo>
                  <a:pt x="1626406" y="0"/>
                  <a:pt x="2095500" y="469094"/>
                  <a:pt x="2095500" y="1047750"/>
                </a:cubicBezTo>
                <a:lnTo>
                  <a:pt x="2095500" y="3621763"/>
                </a:lnTo>
                <a:cubicBezTo>
                  <a:pt x="2095500" y="4200419"/>
                  <a:pt x="1626406" y="4669513"/>
                  <a:pt x="1047750" y="4669513"/>
                </a:cubicBezTo>
                <a:cubicBezTo>
                  <a:pt x="469094" y="4669513"/>
                  <a:pt x="0" y="4200419"/>
                  <a:pt x="0" y="3621763"/>
                </a:cubicBezTo>
                <a:lnTo>
                  <a:pt x="0" y="1047750"/>
                </a:lnTo>
                <a:cubicBezTo>
                  <a:pt x="0" y="469094"/>
                  <a:pt x="469094" y="0"/>
                  <a:pt x="1047750" y="0"/>
                </a:cubicBezTo>
                <a:close/>
              </a:path>
            </a:pathLst>
          </a:custGeom>
        </p:spPr>
        <p:txBody>
          <a:bodyPr wrap="square">
            <a:noAutofit/>
          </a:bodyPr>
          <a:lstStyle>
            <a:lvl1pPr>
              <a:defRPr sz="1050"/>
            </a:lvl1pPr>
          </a:lstStyle>
          <a:p>
            <a:endParaRPr lang="en-GB"/>
          </a:p>
        </p:txBody>
      </p:sp>
    </p:spTree>
    <p:extLst>
      <p:ext uri="{BB962C8B-B14F-4D97-AF65-F5344CB8AC3E}">
        <p14:creationId xmlns:p14="http://schemas.microsoft.com/office/powerpoint/2010/main" val="2382200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8A7EFA7-1245-8B84-D8F1-BF45FCB67D24}"/>
              </a:ext>
            </a:extLst>
          </p:cNvPr>
          <p:cNvSpPr>
            <a:spLocks noGrp="1"/>
          </p:cNvSpPr>
          <p:nvPr>
            <p:ph type="pic" sz="quarter" idx="10"/>
          </p:nvPr>
        </p:nvSpPr>
        <p:spPr>
          <a:xfrm>
            <a:off x="4107022" y="2254572"/>
            <a:ext cx="3629829" cy="3884060"/>
          </a:xfrm>
          <a:custGeom>
            <a:avLst/>
            <a:gdLst>
              <a:gd name="connsiteX0" fmla="*/ 0 w 3629829"/>
              <a:gd name="connsiteY0" fmla="*/ 0 h 3884060"/>
              <a:gd name="connsiteX1" fmla="*/ 3629829 w 3629829"/>
              <a:gd name="connsiteY1" fmla="*/ 0 h 3884060"/>
              <a:gd name="connsiteX2" fmla="*/ 3629829 w 3629829"/>
              <a:gd name="connsiteY2" fmla="*/ 3884060 h 3884060"/>
              <a:gd name="connsiteX3" fmla="*/ 0 w 3629829"/>
              <a:gd name="connsiteY3" fmla="*/ 3884060 h 3884060"/>
            </a:gdLst>
            <a:ahLst/>
            <a:cxnLst>
              <a:cxn ang="0">
                <a:pos x="connsiteX0" y="connsiteY0"/>
              </a:cxn>
              <a:cxn ang="0">
                <a:pos x="connsiteX1" y="connsiteY1"/>
              </a:cxn>
              <a:cxn ang="0">
                <a:pos x="connsiteX2" y="connsiteY2"/>
              </a:cxn>
              <a:cxn ang="0">
                <a:pos x="connsiteX3" y="connsiteY3"/>
              </a:cxn>
            </a:cxnLst>
            <a:rect l="l" t="t" r="r" b="b"/>
            <a:pathLst>
              <a:path w="3629829" h="3884060">
                <a:moveTo>
                  <a:pt x="0" y="0"/>
                </a:moveTo>
                <a:lnTo>
                  <a:pt x="3629829" y="0"/>
                </a:lnTo>
                <a:lnTo>
                  <a:pt x="3629829" y="3884060"/>
                </a:lnTo>
                <a:lnTo>
                  <a:pt x="0" y="3884060"/>
                </a:lnTo>
                <a:close/>
              </a:path>
            </a:pathLst>
          </a:custGeom>
        </p:spPr>
        <p:txBody>
          <a:bodyPr wrap="square">
            <a:noAutofit/>
          </a:bodyPr>
          <a:lstStyle>
            <a:lvl1pPr>
              <a:defRPr sz="1000"/>
            </a:lvl1pPr>
          </a:lstStyle>
          <a:p>
            <a:endParaRPr lang="en-GB"/>
          </a:p>
        </p:txBody>
      </p:sp>
    </p:spTree>
    <p:extLst>
      <p:ext uri="{BB962C8B-B14F-4D97-AF65-F5344CB8AC3E}">
        <p14:creationId xmlns:p14="http://schemas.microsoft.com/office/powerpoint/2010/main" val="375824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167E359-8E97-FD03-D226-B4F662FA4860}"/>
              </a:ext>
            </a:extLst>
          </p:cNvPr>
          <p:cNvSpPr>
            <a:spLocks noGrp="1"/>
          </p:cNvSpPr>
          <p:nvPr>
            <p:ph type="pic" sz="quarter" idx="10"/>
          </p:nvPr>
        </p:nvSpPr>
        <p:spPr>
          <a:xfrm>
            <a:off x="5392256" y="2019301"/>
            <a:ext cx="6063144" cy="4114799"/>
          </a:xfrm>
          <a:custGeom>
            <a:avLst/>
            <a:gdLst>
              <a:gd name="connsiteX0" fmla="*/ 0 w 6063144"/>
              <a:gd name="connsiteY0" fmla="*/ 0 h 4114799"/>
              <a:gd name="connsiteX1" fmla="*/ 6063144 w 6063144"/>
              <a:gd name="connsiteY1" fmla="*/ 0 h 4114799"/>
              <a:gd name="connsiteX2" fmla="*/ 6063144 w 6063144"/>
              <a:gd name="connsiteY2" fmla="*/ 4114799 h 4114799"/>
              <a:gd name="connsiteX3" fmla="*/ 0 w 6063144"/>
              <a:gd name="connsiteY3" fmla="*/ 4114799 h 4114799"/>
            </a:gdLst>
            <a:ahLst/>
            <a:cxnLst>
              <a:cxn ang="0">
                <a:pos x="connsiteX0" y="connsiteY0"/>
              </a:cxn>
              <a:cxn ang="0">
                <a:pos x="connsiteX1" y="connsiteY1"/>
              </a:cxn>
              <a:cxn ang="0">
                <a:pos x="connsiteX2" y="connsiteY2"/>
              </a:cxn>
              <a:cxn ang="0">
                <a:pos x="connsiteX3" y="connsiteY3"/>
              </a:cxn>
            </a:cxnLst>
            <a:rect l="l" t="t" r="r" b="b"/>
            <a:pathLst>
              <a:path w="6063144" h="4114799">
                <a:moveTo>
                  <a:pt x="0" y="0"/>
                </a:moveTo>
                <a:lnTo>
                  <a:pt x="6063144" y="0"/>
                </a:lnTo>
                <a:lnTo>
                  <a:pt x="6063144" y="4114799"/>
                </a:lnTo>
                <a:lnTo>
                  <a:pt x="0" y="4114799"/>
                </a:lnTo>
                <a:close/>
              </a:path>
            </a:pathLst>
          </a:custGeom>
        </p:spPr>
        <p:txBody>
          <a:bodyPr wrap="square">
            <a:noAutofit/>
          </a:bodyPr>
          <a:lstStyle>
            <a:lvl1pPr>
              <a:defRPr sz="1100"/>
            </a:lvl1pPr>
          </a:lstStyle>
          <a:p>
            <a:endParaRPr lang="en-GB"/>
          </a:p>
        </p:txBody>
      </p:sp>
    </p:spTree>
    <p:extLst>
      <p:ext uri="{BB962C8B-B14F-4D97-AF65-F5344CB8AC3E}">
        <p14:creationId xmlns:p14="http://schemas.microsoft.com/office/powerpoint/2010/main" val="339114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CE24679-4187-9D01-E864-C712AB041C06}"/>
              </a:ext>
            </a:extLst>
          </p:cNvPr>
          <p:cNvSpPr>
            <a:spLocks noGrp="1"/>
          </p:cNvSpPr>
          <p:nvPr>
            <p:ph type="pic" sz="quarter" idx="10"/>
          </p:nvPr>
        </p:nvSpPr>
        <p:spPr>
          <a:xfrm>
            <a:off x="7900295" y="-1"/>
            <a:ext cx="4291705" cy="6858000"/>
          </a:xfrm>
          <a:custGeom>
            <a:avLst/>
            <a:gdLst>
              <a:gd name="connsiteX0" fmla="*/ 0 w 4291705"/>
              <a:gd name="connsiteY0" fmla="*/ 0 h 6858000"/>
              <a:gd name="connsiteX1" fmla="*/ 4291705 w 4291705"/>
              <a:gd name="connsiteY1" fmla="*/ 0 h 6858000"/>
              <a:gd name="connsiteX2" fmla="*/ 4291705 w 4291705"/>
              <a:gd name="connsiteY2" fmla="*/ 6858000 h 6858000"/>
              <a:gd name="connsiteX3" fmla="*/ 0 w 42917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91705" h="6858000">
                <a:moveTo>
                  <a:pt x="0" y="0"/>
                </a:moveTo>
                <a:lnTo>
                  <a:pt x="4291705" y="0"/>
                </a:lnTo>
                <a:lnTo>
                  <a:pt x="4291705" y="6858000"/>
                </a:lnTo>
                <a:lnTo>
                  <a:pt x="0" y="6858000"/>
                </a:lnTo>
                <a:close/>
              </a:path>
            </a:pathLst>
          </a:custGeom>
        </p:spPr>
        <p:txBody>
          <a:bodyPr wrap="square">
            <a:noAutofit/>
          </a:bodyPr>
          <a:lstStyle>
            <a:lvl1pPr>
              <a:defRPr sz="1100"/>
            </a:lvl1pPr>
          </a:lstStyle>
          <a:p>
            <a:endParaRPr lang="en-GB"/>
          </a:p>
        </p:txBody>
      </p:sp>
    </p:spTree>
    <p:extLst>
      <p:ext uri="{BB962C8B-B14F-4D97-AF65-F5344CB8AC3E}">
        <p14:creationId xmlns:p14="http://schemas.microsoft.com/office/powerpoint/2010/main" val="37031783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13E9839-A199-9ED1-D7DB-C8E7F681B1A7}"/>
              </a:ext>
            </a:extLst>
          </p:cNvPr>
          <p:cNvSpPr>
            <a:spLocks noGrp="1"/>
          </p:cNvSpPr>
          <p:nvPr>
            <p:ph type="pic" sz="quarter" idx="12"/>
          </p:nvPr>
        </p:nvSpPr>
        <p:spPr>
          <a:xfrm>
            <a:off x="8409294" y="3646585"/>
            <a:ext cx="2574313" cy="1333500"/>
          </a:xfrm>
          <a:custGeom>
            <a:avLst/>
            <a:gdLst>
              <a:gd name="connsiteX0" fmla="*/ 666750 w 2574313"/>
              <a:gd name="connsiteY0" fmla="*/ 0 h 1333500"/>
              <a:gd name="connsiteX1" fmla="*/ 1907563 w 2574313"/>
              <a:gd name="connsiteY1" fmla="*/ 0 h 1333500"/>
              <a:gd name="connsiteX2" fmla="*/ 2574313 w 2574313"/>
              <a:gd name="connsiteY2" fmla="*/ 666750 h 1333500"/>
              <a:gd name="connsiteX3" fmla="*/ 1907563 w 2574313"/>
              <a:gd name="connsiteY3" fmla="*/ 1333500 h 1333500"/>
              <a:gd name="connsiteX4" fmla="*/ 666750 w 2574313"/>
              <a:gd name="connsiteY4" fmla="*/ 1333500 h 1333500"/>
              <a:gd name="connsiteX5" fmla="*/ 0 w 2574313"/>
              <a:gd name="connsiteY5" fmla="*/ 666750 h 1333500"/>
              <a:gd name="connsiteX6" fmla="*/ 666750 w 2574313"/>
              <a:gd name="connsiteY6" fmla="*/ 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313" h="1333500">
                <a:moveTo>
                  <a:pt x="666750" y="0"/>
                </a:moveTo>
                <a:lnTo>
                  <a:pt x="1907563" y="0"/>
                </a:lnTo>
                <a:cubicBezTo>
                  <a:pt x="2275799" y="0"/>
                  <a:pt x="2574313" y="298514"/>
                  <a:pt x="2574313" y="666750"/>
                </a:cubicBezTo>
                <a:cubicBezTo>
                  <a:pt x="2574313" y="1034986"/>
                  <a:pt x="2275799" y="1333500"/>
                  <a:pt x="1907563" y="1333500"/>
                </a:cubicBezTo>
                <a:lnTo>
                  <a:pt x="666750" y="1333500"/>
                </a:lnTo>
                <a:cubicBezTo>
                  <a:pt x="298514" y="1333500"/>
                  <a:pt x="0" y="1034986"/>
                  <a:pt x="0" y="666750"/>
                </a:cubicBezTo>
                <a:cubicBezTo>
                  <a:pt x="0" y="298514"/>
                  <a:pt x="298514" y="0"/>
                  <a:pt x="666750" y="0"/>
                </a:cubicBezTo>
                <a:close/>
              </a:path>
            </a:pathLst>
          </a:custGeom>
        </p:spPr>
        <p:txBody>
          <a:bodyPr wrap="square">
            <a:noAutofit/>
          </a:bodyPr>
          <a:lstStyle>
            <a:lvl1pPr>
              <a:defRPr sz="1050"/>
            </a:lvl1pPr>
          </a:lstStyle>
          <a:p>
            <a:endParaRPr lang="en-GB"/>
          </a:p>
        </p:txBody>
      </p:sp>
      <p:sp>
        <p:nvSpPr>
          <p:cNvPr id="14" name="Picture Placeholder 13">
            <a:extLst>
              <a:ext uri="{FF2B5EF4-FFF2-40B4-BE49-F238E27FC236}">
                <a16:creationId xmlns:a16="http://schemas.microsoft.com/office/drawing/2014/main" id="{C28AD4F8-5A85-89F0-79C3-BC65832ACD46}"/>
              </a:ext>
            </a:extLst>
          </p:cNvPr>
          <p:cNvSpPr>
            <a:spLocks noGrp="1"/>
          </p:cNvSpPr>
          <p:nvPr>
            <p:ph type="pic" sz="quarter" idx="11"/>
          </p:nvPr>
        </p:nvSpPr>
        <p:spPr>
          <a:xfrm>
            <a:off x="4808844" y="3646585"/>
            <a:ext cx="2574313" cy="1333500"/>
          </a:xfrm>
          <a:custGeom>
            <a:avLst/>
            <a:gdLst>
              <a:gd name="connsiteX0" fmla="*/ 666750 w 2574313"/>
              <a:gd name="connsiteY0" fmla="*/ 0 h 1333500"/>
              <a:gd name="connsiteX1" fmla="*/ 1907563 w 2574313"/>
              <a:gd name="connsiteY1" fmla="*/ 0 h 1333500"/>
              <a:gd name="connsiteX2" fmla="*/ 2574313 w 2574313"/>
              <a:gd name="connsiteY2" fmla="*/ 666750 h 1333500"/>
              <a:gd name="connsiteX3" fmla="*/ 1907563 w 2574313"/>
              <a:gd name="connsiteY3" fmla="*/ 1333500 h 1333500"/>
              <a:gd name="connsiteX4" fmla="*/ 666750 w 2574313"/>
              <a:gd name="connsiteY4" fmla="*/ 1333500 h 1333500"/>
              <a:gd name="connsiteX5" fmla="*/ 0 w 2574313"/>
              <a:gd name="connsiteY5" fmla="*/ 666750 h 1333500"/>
              <a:gd name="connsiteX6" fmla="*/ 666750 w 2574313"/>
              <a:gd name="connsiteY6" fmla="*/ 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313" h="1333500">
                <a:moveTo>
                  <a:pt x="666750" y="0"/>
                </a:moveTo>
                <a:lnTo>
                  <a:pt x="1907563" y="0"/>
                </a:lnTo>
                <a:cubicBezTo>
                  <a:pt x="2275799" y="0"/>
                  <a:pt x="2574313" y="298514"/>
                  <a:pt x="2574313" y="666750"/>
                </a:cubicBezTo>
                <a:cubicBezTo>
                  <a:pt x="2574313" y="1034986"/>
                  <a:pt x="2275799" y="1333500"/>
                  <a:pt x="1907563" y="1333500"/>
                </a:cubicBezTo>
                <a:lnTo>
                  <a:pt x="666750" y="1333500"/>
                </a:lnTo>
                <a:cubicBezTo>
                  <a:pt x="298514" y="1333500"/>
                  <a:pt x="0" y="1034986"/>
                  <a:pt x="0" y="666750"/>
                </a:cubicBezTo>
                <a:cubicBezTo>
                  <a:pt x="0" y="298514"/>
                  <a:pt x="298514" y="0"/>
                  <a:pt x="666750" y="0"/>
                </a:cubicBezTo>
                <a:close/>
              </a:path>
            </a:pathLst>
          </a:custGeom>
        </p:spPr>
        <p:txBody>
          <a:bodyPr wrap="square">
            <a:noAutofit/>
          </a:bodyPr>
          <a:lstStyle>
            <a:lvl1pPr>
              <a:defRPr sz="1100"/>
            </a:lvl1pPr>
          </a:lstStyle>
          <a:p>
            <a:endParaRPr lang="en-GB"/>
          </a:p>
        </p:txBody>
      </p:sp>
      <p:sp>
        <p:nvSpPr>
          <p:cNvPr id="11" name="Picture Placeholder 10">
            <a:extLst>
              <a:ext uri="{FF2B5EF4-FFF2-40B4-BE49-F238E27FC236}">
                <a16:creationId xmlns:a16="http://schemas.microsoft.com/office/drawing/2014/main" id="{29960423-8827-E09E-2F8B-AD82A81AFE75}"/>
              </a:ext>
            </a:extLst>
          </p:cNvPr>
          <p:cNvSpPr>
            <a:spLocks noGrp="1"/>
          </p:cNvSpPr>
          <p:nvPr>
            <p:ph type="pic" sz="quarter" idx="10"/>
          </p:nvPr>
        </p:nvSpPr>
        <p:spPr>
          <a:xfrm>
            <a:off x="1208394" y="3646585"/>
            <a:ext cx="2574313" cy="1333500"/>
          </a:xfrm>
          <a:custGeom>
            <a:avLst/>
            <a:gdLst>
              <a:gd name="connsiteX0" fmla="*/ 666750 w 2574313"/>
              <a:gd name="connsiteY0" fmla="*/ 0 h 1333500"/>
              <a:gd name="connsiteX1" fmla="*/ 1907563 w 2574313"/>
              <a:gd name="connsiteY1" fmla="*/ 0 h 1333500"/>
              <a:gd name="connsiteX2" fmla="*/ 2574313 w 2574313"/>
              <a:gd name="connsiteY2" fmla="*/ 666750 h 1333500"/>
              <a:gd name="connsiteX3" fmla="*/ 1907563 w 2574313"/>
              <a:gd name="connsiteY3" fmla="*/ 1333500 h 1333500"/>
              <a:gd name="connsiteX4" fmla="*/ 666750 w 2574313"/>
              <a:gd name="connsiteY4" fmla="*/ 1333500 h 1333500"/>
              <a:gd name="connsiteX5" fmla="*/ 0 w 2574313"/>
              <a:gd name="connsiteY5" fmla="*/ 666750 h 1333500"/>
              <a:gd name="connsiteX6" fmla="*/ 666750 w 2574313"/>
              <a:gd name="connsiteY6" fmla="*/ 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313" h="1333500">
                <a:moveTo>
                  <a:pt x="666750" y="0"/>
                </a:moveTo>
                <a:lnTo>
                  <a:pt x="1907563" y="0"/>
                </a:lnTo>
                <a:cubicBezTo>
                  <a:pt x="2275799" y="0"/>
                  <a:pt x="2574313" y="298514"/>
                  <a:pt x="2574313" y="666750"/>
                </a:cubicBezTo>
                <a:cubicBezTo>
                  <a:pt x="2574313" y="1034986"/>
                  <a:pt x="2275799" y="1333500"/>
                  <a:pt x="1907563" y="1333500"/>
                </a:cubicBezTo>
                <a:lnTo>
                  <a:pt x="666750" y="1333500"/>
                </a:lnTo>
                <a:cubicBezTo>
                  <a:pt x="298514" y="1333500"/>
                  <a:pt x="0" y="1034986"/>
                  <a:pt x="0" y="666750"/>
                </a:cubicBezTo>
                <a:cubicBezTo>
                  <a:pt x="0" y="298514"/>
                  <a:pt x="298514" y="0"/>
                  <a:pt x="666750" y="0"/>
                </a:cubicBezTo>
                <a:close/>
              </a:path>
            </a:pathLst>
          </a:custGeom>
        </p:spPr>
        <p:txBody>
          <a:bodyPr wrap="square">
            <a:noAutofit/>
          </a:bodyPr>
          <a:lstStyle>
            <a:lvl1pPr>
              <a:defRPr sz="900"/>
            </a:lvl1pPr>
          </a:lstStyle>
          <a:p>
            <a:endParaRPr lang="en-GB"/>
          </a:p>
        </p:txBody>
      </p:sp>
    </p:spTree>
    <p:extLst>
      <p:ext uri="{BB962C8B-B14F-4D97-AF65-F5344CB8AC3E}">
        <p14:creationId xmlns:p14="http://schemas.microsoft.com/office/powerpoint/2010/main" val="16299065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54D184A-86FC-4882-1F53-C1D5538DCA60}"/>
              </a:ext>
            </a:extLst>
          </p:cNvPr>
          <p:cNvSpPr>
            <a:spLocks noGrp="1"/>
          </p:cNvSpPr>
          <p:nvPr>
            <p:ph type="pic" sz="quarter" idx="10"/>
          </p:nvPr>
        </p:nvSpPr>
        <p:spPr>
          <a:xfrm>
            <a:off x="736006" y="3062518"/>
            <a:ext cx="6083061" cy="3069272"/>
          </a:xfrm>
          <a:custGeom>
            <a:avLst/>
            <a:gdLst>
              <a:gd name="connsiteX0" fmla="*/ 156410 w 6083061"/>
              <a:gd name="connsiteY0" fmla="*/ 0 h 3069272"/>
              <a:gd name="connsiteX1" fmla="*/ 5926651 w 6083061"/>
              <a:gd name="connsiteY1" fmla="*/ 0 h 3069272"/>
              <a:gd name="connsiteX2" fmla="*/ 6083061 w 6083061"/>
              <a:gd name="connsiteY2" fmla="*/ 156410 h 3069272"/>
              <a:gd name="connsiteX3" fmla="*/ 6083061 w 6083061"/>
              <a:gd name="connsiteY3" fmla="*/ 2912862 h 3069272"/>
              <a:gd name="connsiteX4" fmla="*/ 5926651 w 6083061"/>
              <a:gd name="connsiteY4" fmla="*/ 3069272 h 3069272"/>
              <a:gd name="connsiteX5" fmla="*/ 156410 w 6083061"/>
              <a:gd name="connsiteY5" fmla="*/ 3069272 h 3069272"/>
              <a:gd name="connsiteX6" fmla="*/ 0 w 6083061"/>
              <a:gd name="connsiteY6" fmla="*/ 2912862 h 3069272"/>
              <a:gd name="connsiteX7" fmla="*/ 0 w 6083061"/>
              <a:gd name="connsiteY7" fmla="*/ 156410 h 3069272"/>
              <a:gd name="connsiteX8" fmla="*/ 156410 w 6083061"/>
              <a:gd name="connsiteY8" fmla="*/ 0 h 3069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83061" h="3069272">
                <a:moveTo>
                  <a:pt x="156410" y="0"/>
                </a:moveTo>
                <a:lnTo>
                  <a:pt x="5926651" y="0"/>
                </a:lnTo>
                <a:cubicBezTo>
                  <a:pt x="6013034" y="0"/>
                  <a:pt x="6083061" y="70027"/>
                  <a:pt x="6083061" y="156410"/>
                </a:cubicBezTo>
                <a:lnTo>
                  <a:pt x="6083061" y="2912862"/>
                </a:lnTo>
                <a:cubicBezTo>
                  <a:pt x="6083061" y="2999245"/>
                  <a:pt x="6013034" y="3069272"/>
                  <a:pt x="5926651" y="3069272"/>
                </a:cubicBezTo>
                <a:lnTo>
                  <a:pt x="156410" y="3069272"/>
                </a:lnTo>
                <a:cubicBezTo>
                  <a:pt x="70027" y="3069272"/>
                  <a:pt x="0" y="2999245"/>
                  <a:pt x="0" y="2912862"/>
                </a:cubicBezTo>
                <a:lnTo>
                  <a:pt x="0" y="156410"/>
                </a:lnTo>
                <a:cubicBezTo>
                  <a:pt x="0" y="70027"/>
                  <a:pt x="70027" y="0"/>
                  <a:pt x="156410" y="0"/>
                </a:cubicBezTo>
                <a:close/>
              </a:path>
            </a:pathLst>
          </a:custGeom>
        </p:spPr>
        <p:txBody>
          <a:bodyPr wrap="square">
            <a:noAutofit/>
          </a:bodyPr>
          <a:lstStyle>
            <a:lvl1pPr>
              <a:defRPr sz="1050"/>
            </a:lvl1pPr>
          </a:lstStyle>
          <a:p>
            <a:endParaRPr lang="en-GB"/>
          </a:p>
        </p:txBody>
      </p:sp>
    </p:spTree>
    <p:extLst>
      <p:ext uri="{BB962C8B-B14F-4D97-AF65-F5344CB8AC3E}">
        <p14:creationId xmlns:p14="http://schemas.microsoft.com/office/powerpoint/2010/main" val="6165043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7E2CBF8-3635-456E-2896-C02CEB09BB78}"/>
              </a:ext>
            </a:extLst>
          </p:cNvPr>
          <p:cNvSpPr>
            <a:spLocks noGrp="1"/>
          </p:cNvSpPr>
          <p:nvPr>
            <p:ph type="pic" sz="quarter" idx="10"/>
          </p:nvPr>
        </p:nvSpPr>
        <p:spPr>
          <a:xfrm>
            <a:off x="4507937" y="2191660"/>
            <a:ext cx="4321487" cy="3932914"/>
          </a:xfrm>
          <a:custGeom>
            <a:avLst/>
            <a:gdLst>
              <a:gd name="connsiteX0" fmla="*/ 0 w 4321487"/>
              <a:gd name="connsiteY0" fmla="*/ 0 h 3932914"/>
              <a:gd name="connsiteX1" fmla="*/ 4321487 w 4321487"/>
              <a:gd name="connsiteY1" fmla="*/ 0 h 3932914"/>
              <a:gd name="connsiteX2" fmla="*/ 4321487 w 4321487"/>
              <a:gd name="connsiteY2" fmla="*/ 3932914 h 3932914"/>
              <a:gd name="connsiteX3" fmla="*/ 0 w 4321487"/>
              <a:gd name="connsiteY3" fmla="*/ 3932914 h 3932914"/>
            </a:gdLst>
            <a:ahLst/>
            <a:cxnLst>
              <a:cxn ang="0">
                <a:pos x="connsiteX0" y="connsiteY0"/>
              </a:cxn>
              <a:cxn ang="0">
                <a:pos x="connsiteX1" y="connsiteY1"/>
              </a:cxn>
              <a:cxn ang="0">
                <a:pos x="connsiteX2" y="connsiteY2"/>
              </a:cxn>
              <a:cxn ang="0">
                <a:pos x="connsiteX3" y="connsiteY3"/>
              </a:cxn>
            </a:cxnLst>
            <a:rect l="l" t="t" r="r" b="b"/>
            <a:pathLst>
              <a:path w="4321487" h="3932914">
                <a:moveTo>
                  <a:pt x="0" y="0"/>
                </a:moveTo>
                <a:lnTo>
                  <a:pt x="4321487" y="0"/>
                </a:lnTo>
                <a:lnTo>
                  <a:pt x="4321487" y="3932914"/>
                </a:lnTo>
                <a:lnTo>
                  <a:pt x="0" y="3932914"/>
                </a:lnTo>
                <a:close/>
              </a:path>
            </a:pathLst>
          </a:custGeom>
        </p:spPr>
        <p:txBody>
          <a:bodyPr wrap="square">
            <a:noAutofit/>
          </a:bodyPr>
          <a:lstStyle>
            <a:lvl1pPr>
              <a:defRPr sz="1000"/>
            </a:lvl1pPr>
          </a:lstStyle>
          <a:p>
            <a:endParaRPr lang="en-GB"/>
          </a:p>
        </p:txBody>
      </p:sp>
    </p:spTree>
    <p:extLst>
      <p:ext uri="{BB962C8B-B14F-4D97-AF65-F5344CB8AC3E}">
        <p14:creationId xmlns:p14="http://schemas.microsoft.com/office/powerpoint/2010/main" val="27420930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EFA9E43-67A1-6B46-FA36-0F367F7A6F7B}"/>
              </a:ext>
            </a:extLst>
          </p:cNvPr>
          <p:cNvSpPr>
            <a:spLocks noGrp="1"/>
          </p:cNvSpPr>
          <p:nvPr>
            <p:ph type="pic" sz="quarter" idx="10"/>
          </p:nvPr>
        </p:nvSpPr>
        <p:spPr>
          <a:xfrm>
            <a:off x="6134102" y="1612901"/>
            <a:ext cx="6692899" cy="3784598"/>
          </a:xfrm>
          <a:custGeom>
            <a:avLst/>
            <a:gdLst>
              <a:gd name="connsiteX0" fmla="*/ 0 w 6692899"/>
              <a:gd name="connsiteY0" fmla="*/ 0 h 3784598"/>
              <a:gd name="connsiteX1" fmla="*/ 6692899 w 6692899"/>
              <a:gd name="connsiteY1" fmla="*/ 0 h 3784598"/>
              <a:gd name="connsiteX2" fmla="*/ 6692899 w 6692899"/>
              <a:gd name="connsiteY2" fmla="*/ 3784598 h 3784598"/>
              <a:gd name="connsiteX3" fmla="*/ 0 w 6692899"/>
              <a:gd name="connsiteY3" fmla="*/ 3784598 h 3784598"/>
            </a:gdLst>
            <a:ahLst/>
            <a:cxnLst>
              <a:cxn ang="0">
                <a:pos x="connsiteX0" y="connsiteY0"/>
              </a:cxn>
              <a:cxn ang="0">
                <a:pos x="connsiteX1" y="connsiteY1"/>
              </a:cxn>
              <a:cxn ang="0">
                <a:pos x="connsiteX2" y="connsiteY2"/>
              </a:cxn>
              <a:cxn ang="0">
                <a:pos x="connsiteX3" y="connsiteY3"/>
              </a:cxn>
            </a:cxnLst>
            <a:rect l="l" t="t" r="r" b="b"/>
            <a:pathLst>
              <a:path w="6692899" h="3784598">
                <a:moveTo>
                  <a:pt x="0" y="0"/>
                </a:moveTo>
                <a:lnTo>
                  <a:pt x="6692899" y="0"/>
                </a:lnTo>
                <a:lnTo>
                  <a:pt x="6692899" y="3784598"/>
                </a:lnTo>
                <a:lnTo>
                  <a:pt x="0" y="3784598"/>
                </a:lnTo>
                <a:close/>
              </a:path>
            </a:pathLst>
          </a:custGeom>
        </p:spPr>
        <p:txBody>
          <a:bodyPr wrap="square">
            <a:noAutofit/>
          </a:bodyPr>
          <a:lstStyle>
            <a:lvl1pPr>
              <a:defRPr sz="900"/>
            </a:lvl1pPr>
          </a:lstStyle>
          <a:p>
            <a:endParaRPr lang="en-GB"/>
          </a:p>
        </p:txBody>
      </p:sp>
    </p:spTree>
    <p:extLst>
      <p:ext uri="{BB962C8B-B14F-4D97-AF65-F5344CB8AC3E}">
        <p14:creationId xmlns:p14="http://schemas.microsoft.com/office/powerpoint/2010/main" val="10449739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Image placeholder 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07DC775-F59D-4CED-ACF1-185CB01323B4}"/>
              </a:ext>
            </a:extLst>
          </p:cNvPr>
          <p:cNvSpPr>
            <a:spLocks noGrp="1"/>
          </p:cNvSpPr>
          <p:nvPr>
            <p:ph type="pic" sz="quarter" idx="10" hasCustomPrompt="1"/>
          </p:nvPr>
        </p:nvSpPr>
        <p:spPr>
          <a:xfrm>
            <a:off x="1175300" y="3947183"/>
            <a:ext cx="4920700" cy="2307769"/>
          </a:xfrm>
          <a:custGeom>
            <a:avLst/>
            <a:gdLst>
              <a:gd name="connsiteX0" fmla="*/ 0 w 5257800"/>
              <a:gd name="connsiteY0" fmla="*/ 0 h 2057400"/>
              <a:gd name="connsiteX1" fmla="*/ 5257800 w 5257800"/>
              <a:gd name="connsiteY1" fmla="*/ 0 h 2057400"/>
              <a:gd name="connsiteX2" fmla="*/ 5257800 w 5257800"/>
              <a:gd name="connsiteY2" fmla="*/ 2057400 h 2057400"/>
              <a:gd name="connsiteX3" fmla="*/ 0 w 5257800"/>
              <a:gd name="connsiteY3" fmla="*/ 2057400 h 2057400"/>
            </a:gdLst>
            <a:ahLst/>
            <a:cxnLst>
              <a:cxn ang="0">
                <a:pos x="connsiteX0" y="connsiteY0"/>
              </a:cxn>
              <a:cxn ang="0">
                <a:pos x="connsiteX1" y="connsiteY1"/>
              </a:cxn>
              <a:cxn ang="0">
                <a:pos x="connsiteX2" y="connsiteY2"/>
              </a:cxn>
              <a:cxn ang="0">
                <a:pos x="connsiteX3" y="connsiteY3"/>
              </a:cxn>
            </a:cxnLst>
            <a:rect l="l" t="t" r="r" b="b"/>
            <a:pathLst>
              <a:path w="5257800" h="2057400">
                <a:moveTo>
                  <a:pt x="0" y="0"/>
                </a:moveTo>
                <a:lnTo>
                  <a:pt x="5257800" y="0"/>
                </a:lnTo>
                <a:lnTo>
                  <a:pt x="5257800" y="2057400"/>
                </a:lnTo>
                <a:lnTo>
                  <a:pt x="0" y="2057400"/>
                </a:lnTo>
                <a:close/>
              </a:path>
            </a:pathLst>
          </a:custGeom>
          <a:solidFill>
            <a:schemeClr val="bg1">
              <a:lumMod val="65000"/>
              <a:alpha val="12000"/>
            </a:schemeClr>
          </a:solidFill>
          <a:effectLst/>
        </p:spPr>
        <p:txBody>
          <a:bodyPr wrap="square" anchor="ctr">
            <a:noAutofit/>
          </a:bodyPr>
          <a:lstStyle>
            <a:lvl1pPr marL="0" indent="0" algn="ctr">
              <a:buNone/>
              <a:defRPr sz="1600">
                <a:solidFill>
                  <a:schemeClr val="tx1">
                    <a:lumMod val="50000"/>
                    <a:lumOff val="50000"/>
                  </a:schemeClr>
                </a:solidFill>
              </a:defRPr>
            </a:lvl1pPr>
          </a:lstStyle>
          <a:p>
            <a:r>
              <a:rPr lang="en-US" dirty="0"/>
              <a:t>Drag and Drop Image Here</a:t>
            </a:r>
          </a:p>
        </p:txBody>
      </p:sp>
    </p:spTree>
    <p:extLst>
      <p:ext uri="{BB962C8B-B14F-4D97-AF65-F5344CB8AC3E}">
        <p14:creationId xmlns:p14="http://schemas.microsoft.com/office/powerpoint/2010/main" val="27417155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BCA48-D355-71F3-DCE4-0353BB430667}"/>
              </a:ext>
            </a:extLst>
          </p:cNvPr>
          <p:cNvSpPr>
            <a:spLocks noGrp="1"/>
          </p:cNvSpPr>
          <p:nvPr>
            <p:ph type="dt" sz="half" idx="10"/>
          </p:nvPr>
        </p:nvSpPr>
        <p:spPr/>
        <p:txBody>
          <a:bodyPr/>
          <a:lstStyle/>
          <a:p>
            <a:fld id="{712E14F5-E19C-4139-A856-3A0A35EDC1C4}" type="datetimeFigureOut">
              <a:rPr lang="en-US" smtClean="0"/>
              <a:t>6/11/2026</a:t>
            </a:fld>
            <a:endParaRPr lang="en-US"/>
          </a:p>
        </p:txBody>
      </p:sp>
      <p:sp>
        <p:nvSpPr>
          <p:cNvPr id="3" name="Footer Placeholder 2">
            <a:extLst>
              <a:ext uri="{FF2B5EF4-FFF2-40B4-BE49-F238E27FC236}">
                <a16:creationId xmlns:a16="http://schemas.microsoft.com/office/drawing/2014/main" id="{765C663B-24BF-D4DC-CDCC-0DADB8750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4108B6-FCF9-B7C7-0CA2-3ABBC4B19EBA}"/>
              </a:ext>
            </a:extLst>
          </p:cNvPr>
          <p:cNvSpPr>
            <a:spLocks noGrp="1"/>
          </p:cNvSpPr>
          <p:nvPr>
            <p:ph type="sldNum" sz="quarter" idx="12"/>
          </p:nvPr>
        </p:nvSpPr>
        <p:spPr/>
        <p:txBody>
          <a:bodyPr/>
          <a:lstStyle/>
          <a:p>
            <a:fld id="{E0932192-B0B4-4879-B470-2DF3E0330F39}" type="slidenum">
              <a:rPr lang="en-US" smtClean="0"/>
              <a:t>‹#›</a:t>
            </a:fld>
            <a:endParaRPr lang="en-US"/>
          </a:p>
        </p:txBody>
      </p:sp>
    </p:spTree>
    <p:extLst>
      <p:ext uri="{BB962C8B-B14F-4D97-AF65-F5344CB8AC3E}">
        <p14:creationId xmlns:p14="http://schemas.microsoft.com/office/powerpoint/2010/main" val="1077262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65BCEF-B484-77F7-8631-C33F885D1B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33A416-FD3A-187F-23A0-52163F792A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A786BA-6B8F-6F9F-9264-1FEABB19C6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6245C6-D89E-40CD-93D4-47D6E3ABC394}" type="datetimeFigureOut">
              <a:rPr lang="en-IN" smtClean="0"/>
              <a:t>11-06-2026</a:t>
            </a:fld>
            <a:endParaRPr lang="en-IN"/>
          </a:p>
        </p:txBody>
      </p:sp>
      <p:sp>
        <p:nvSpPr>
          <p:cNvPr id="5" name="Footer Placeholder 4">
            <a:extLst>
              <a:ext uri="{FF2B5EF4-FFF2-40B4-BE49-F238E27FC236}">
                <a16:creationId xmlns:a16="http://schemas.microsoft.com/office/drawing/2014/main" id="{F783FAB7-B836-32C1-D828-97B50116D5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A395A45-942A-A056-1DCB-433ED168A4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A6FD0-050E-4CFF-9CE3-9AFA2D8C6448}" type="slidenum">
              <a:rPr lang="en-IN" smtClean="0"/>
              <a:t>‹#›</a:t>
            </a:fld>
            <a:endParaRPr lang="en-IN"/>
          </a:p>
        </p:txBody>
      </p:sp>
    </p:spTree>
    <p:extLst>
      <p:ext uri="{BB962C8B-B14F-4D97-AF65-F5344CB8AC3E}">
        <p14:creationId xmlns:p14="http://schemas.microsoft.com/office/powerpoint/2010/main" val="270569108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70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B998AC-2357-29DC-C274-7C66E7FF98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CB6112F-6D0A-FA1A-F8F9-AF73556671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72A6D8-C124-7182-A14D-D3D46EA5F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E29712-14D1-4487-B867-07B54FF7118C}" type="datetimeFigureOut">
              <a:rPr lang="en-GB" smtClean="0"/>
              <a:t>11/06/2026</a:t>
            </a:fld>
            <a:endParaRPr lang="en-GB"/>
          </a:p>
        </p:txBody>
      </p:sp>
      <p:sp>
        <p:nvSpPr>
          <p:cNvPr id="5" name="Footer Placeholder 4">
            <a:extLst>
              <a:ext uri="{FF2B5EF4-FFF2-40B4-BE49-F238E27FC236}">
                <a16:creationId xmlns:a16="http://schemas.microsoft.com/office/drawing/2014/main" id="{03B8AA91-FA62-AA1C-2725-A807438F1C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A94B857-0A36-B056-C6A1-45F7E294B3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EBFC0-297A-44BD-8935-99BED8EAE3F9}" type="slidenum">
              <a:rPr lang="en-GB" smtClean="0"/>
              <a:t>‹#›</a:t>
            </a:fld>
            <a:endParaRPr lang="en-GB"/>
          </a:p>
        </p:txBody>
      </p:sp>
    </p:spTree>
    <p:extLst>
      <p:ext uri="{BB962C8B-B14F-4D97-AF65-F5344CB8AC3E}">
        <p14:creationId xmlns:p14="http://schemas.microsoft.com/office/powerpoint/2010/main" val="428776606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074"/>
        </a:solidFill>
        <a:effectLst/>
      </p:bgPr>
    </p:bg>
    <p:spTree>
      <p:nvGrpSpPr>
        <p:cNvPr id="1" name="Shape 54"/>
        <p:cNvGrpSpPr/>
        <p:nvPr/>
      </p:nvGrpSpPr>
      <p:grpSpPr>
        <a:xfrm>
          <a:off x="0" y="0"/>
          <a:ext cx="0" cy="0"/>
          <a:chOff x="0" y="0"/>
          <a:chExt cx="0" cy="0"/>
        </a:xfrm>
      </p:grpSpPr>
      <p:pic>
        <p:nvPicPr>
          <p:cNvPr id="13" name="Picture Placeholder 12" descr="A person wearing headphones and writing on a notebook&#10;&#10;Description automatically generated">
            <a:extLst>
              <a:ext uri="{FF2B5EF4-FFF2-40B4-BE49-F238E27FC236}">
                <a16:creationId xmlns:a16="http://schemas.microsoft.com/office/drawing/2014/main" id="{C045F397-BBCE-2E59-19C5-7C6A827CBFCB}"/>
              </a:ext>
            </a:extLst>
          </p:cNvPr>
          <p:cNvPicPr>
            <a:picLocks noGrp="1" noChangeAspect="1"/>
          </p:cNvPicPr>
          <p:nvPr>
            <p:ph type="pic" idx="2"/>
          </p:nvPr>
        </p:nvPicPr>
        <p:blipFill>
          <a:blip r:embed="rId3">
            <a:extLst>
              <a:ext uri="{28A0092B-C50C-407E-A947-70E740481C1C}">
                <a14:useLocalDpi xmlns:a14="http://schemas.microsoft.com/office/drawing/2010/main" val="0"/>
              </a:ext>
            </a:extLst>
          </a:blip>
          <a:srcRect l="27673" t="-15545" r="5627" b="15545"/>
          <a:stretch/>
        </p:blipFill>
        <p:spPr>
          <a:xfrm>
            <a:off x="5089115" y="-1061162"/>
            <a:ext cx="7102885" cy="7102886"/>
          </a:xfrm>
          <a:prstGeom prst="ellipse">
            <a:avLst/>
          </a:prstGeom>
          <a:noFill/>
          <a:ln w="38100">
            <a:solidFill>
              <a:srgbClr val="F59E0B"/>
            </a:solidFill>
          </a:ln>
        </p:spPr>
      </p:pic>
      <p:sp>
        <p:nvSpPr>
          <p:cNvPr id="15" name="TextBox 14">
            <a:extLst>
              <a:ext uri="{FF2B5EF4-FFF2-40B4-BE49-F238E27FC236}">
                <a16:creationId xmlns:a16="http://schemas.microsoft.com/office/drawing/2014/main" id="{8373EBC1-27E6-5882-7D05-337AC64AABCD}"/>
              </a:ext>
            </a:extLst>
          </p:cNvPr>
          <p:cNvSpPr txBox="1"/>
          <p:nvPr/>
        </p:nvSpPr>
        <p:spPr>
          <a:xfrm>
            <a:off x="256497" y="2031263"/>
            <a:ext cx="4654781" cy="2739211"/>
          </a:xfrm>
          <a:prstGeom prst="rect">
            <a:avLst/>
          </a:prstGeom>
          <a:noFill/>
          <a:effectLst>
            <a:outerShdw blurRad="63500" sx="102000" sy="102000" algn="ctr" rotWithShape="0">
              <a:prstClr val="black">
                <a:alpha val="10000"/>
              </a:prstClr>
            </a:outerShdw>
          </a:effectLst>
        </p:spPr>
        <p:txBody>
          <a:bodyPr wrap="square">
            <a:spAutoFit/>
          </a:bodyPr>
          <a:lstStyle/>
          <a:p>
            <a:r>
              <a:rPr lang="en-US" sz="4400" b="1" dirty="0">
                <a:solidFill>
                  <a:schemeClr val="bg1"/>
                </a:solidFill>
              </a:rPr>
              <a:t>DIGITAL LEARNING ANALYTICS: </a:t>
            </a:r>
          </a:p>
          <a:p>
            <a:r>
              <a:rPr lang="en-US" sz="4400" b="1" dirty="0">
                <a:solidFill>
                  <a:schemeClr val="bg1"/>
                </a:solidFill>
              </a:rPr>
              <a:t>2020-2025</a:t>
            </a:r>
          </a:p>
          <a:p>
            <a:r>
              <a:rPr lang="en-US" sz="2000" b="1" dirty="0">
                <a:solidFill>
                  <a:schemeClr val="bg1"/>
                </a:solidFill>
              </a:rPr>
              <a:t>Exploring Learner Engagement, Learning Paths, and Educational Outcomes</a:t>
            </a:r>
          </a:p>
        </p:txBody>
      </p:sp>
      <p:sp>
        <p:nvSpPr>
          <p:cNvPr id="4" name="TextBox 3">
            <a:extLst>
              <a:ext uri="{FF2B5EF4-FFF2-40B4-BE49-F238E27FC236}">
                <a16:creationId xmlns:a16="http://schemas.microsoft.com/office/drawing/2014/main" id="{2311F5D1-AEED-5A6B-04FD-2B567251CA4B}"/>
              </a:ext>
            </a:extLst>
          </p:cNvPr>
          <p:cNvSpPr txBox="1"/>
          <p:nvPr/>
        </p:nvSpPr>
        <p:spPr>
          <a:xfrm>
            <a:off x="157315" y="6147231"/>
            <a:ext cx="12192000" cy="338554"/>
          </a:xfrm>
          <a:prstGeom prst="rect">
            <a:avLst/>
          </a:prstGeom>
          <a:noFill/>
        </p:spPr>
        <p:txBody>
          <a:bodyPr wrap="square" rtlCol="0">
            <a:spAutoFit/>
          </a:bodyPr>
          <a:lstStyle/>
          <a:p>
            <a:pPr algn="ctr"/>
            <a:r>
              <a:rPr lang="en-US" sz="1600" i="1" dirty="0">
                <a:solidFill>
                  <a:schemeClr val="bg1"/>
                </a:solidFill>
              </a:rPr>
              <a:t>“Transforming educational data into actionable learner insights.”</a:t>
            </a:r>
            <a:endParaRPr lang="en-IN" sz="1600" i="1" dirty="0">
              <a:solidFill>
                <a:schemeClr val="bg1"/>
              </a:solidFill>
            </a:endParaRPr>
          </a:p>
        </p:txBody>
      </p:sp>
      <p:cxnSp>
        <p:nvCxnSpPr>
          <p:cNvPr id="16" name="Straight Connector 15">
            <a:extLst>
              <a:ext uri="{FF2B5EF4-FFF2-40B4-BE49-F238E27FC236}">
                <a16:creationId xmlns:a16="http://schemas.microsoft.com/office/drawing/2014/main" id="{3CBDF6B1-7261-CF6D-A2CC-CD23C65DEA67}"/>
              </a:ext>
            </a:extLst>
          </p:cNvPr>
          <p:cNvCxnSpPr>
            <a:cxnSpLocks/>
          </p:cNvCxnSpPr>
          <p:nvPr/>
        </p:nvCxnSpPr>
        <p:spPr>
          <a:xfrm>
            <a:off x="2991678" y="6147231"/>
            <a:ext cx="6526056" cy="0"/>
          </a:xfrm>
          <a:prstGeom prst="line">
            <a:avLst/>
          </a:prstGeom>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DCB00765-7A86-9D94-3484-786D328912A2}"/>
              </a:ext>
            </a:extLst>
          </p:cNvPr>
          <p:cNvSpPr txBox="1"/>
          <p:nvPr/>
        </p:nvSpPr>
        <p:spPr>
          <a:xfrm>
            <a:off x="78659" y="6054958"/>
            <a:ext cx="1665774" cy="646331"/>
          </a:xfrm>
          <a:prstGeom prst="rect">
            <a:avLst/>
          </a:prstGeom>
          <a:noFill/>
        </p:spPr>
        <p:txBody>
          <a:bodyPr wrap="square" rtlCol="0">
            <a:spAutoFit/>
          </a:bodyPr>
          <a:lstStyle/>
          <a:p>
            <a:r>
              <a:rPr lang="en-IN" dirty="0">
                <a:solidFill>
                  <a:schemeClr val="bg1"/>
                </a:solidFill>
              </a:rPr>
              <a:t>Presented by:</a:t>
            </a:r>
            <a:br>
              <a:rPr lang="en-IN" dirty="0">
                <a:solidFill>
                  <a:schemeClr val="bg1"/>
                </a:solidFill>
              </a:rPr>
            </a:br>
            <a:r>
              <a:rPr lang="en-IN" dirty="0">
                <a:solidFill>
                  <a:schemeClr val="bg1"/>
                </a:solidFill>
              </a:rPr>
              <a:t>Jayalekshmi G</a:t>
            </a:r>
          </a:p>
        </p:txBody>
      </p:sp>
      <p:sp>
        <p:nvSpPr>
          <p:cNvPr id="18" name="TextBox 17">
            <a:extLst>
              <a:ext uri="{FF2B5EF4-FFF2-40B4-BE49-F238E27FC236}">
                <a16:creationId xmlns:a16="http://schemas.microsoft.com/office/drawing/2014/main" id="{335FDA06-40E5-EC33-A03B-A799B724F33A}"/>
              </a:ext>
            </a:extLst>
          </p:cNvPr>
          <p:cNvSpPr txBox="1"/>
          <p:nvPr/>
        </p:nvSpPr>
        <p:spPr>
          <a:xfrm>
            <a:off x="3774731" y="6391548"/>
            <a:ext cx="5478599" cy="338554"/>
          </a:xfrm>
          <a:prstGeom prst="rect">
            <a:avLst/>
          </a:prstGeom>
          <a:noFill/>
        </p:spPr>
        <p:txBody>
          <a:bodyPr wrap="square" rtlCol="0">
            <a:spAutoFit/>
          </a:bodyPr>
          <a:lstStyle/>
          <a:p>
            <a:r>
              <a:rPr lang="en-IN" sz="1600" dirty="0">
                <a:solidFill>
                  <a:schemeClr val="bg1"/>
                </a:solidFill>
              </a:rPr>
              <a:t>Python | Pandas | NumPy | Seaborn | Matplotlib | Plotly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A305B3C-6E0B-4B73-B025-CEF6BBC22DB3}"/>
              </a:ext>
            </a:extLst>
          </p:cNvPr>
          <p:cNvSpPr/>
          <p:nvPr/>
        </p:nvSpPr>
        <p:spPr>
          <a:xfrm>
            <a:off x="5858640" y="603048"/>
            <a:ext cx="1788414" cy="5746013"/>
          </a:xfrm>
          <a:prstGeom prst="rect">
            <a:avLst/>
          </a:prstGeom>
          <a:solidFill>
            <a:srgbClr val="007074"/>
          </a:solidFill>
          <a:ln>
            <a:noFill/>
          </a:ln>
          <a:effectLst>
            <a:outerShdw blurRad="76200" dist="38100" dir="5400000" algn="t"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4" name="Freeform: Shape 2">
            <a:extLst>
              <a:ext uri="{FF2B5EF4-FFF2-40B4-BE49-F238E27FC236}">
                <a16:creationId xmlns:a16="http://schemas.microsoft.com/office/drawing/2014/main" id="{9DD715FE-6EB8-4D35-C44F-990792046826}"/>
              </a:ext>
            </a:extLst>
          </p:cNvPr>
          <p:cNvSpPr/>
          <p:nvPr/>
        </p:nvSpPr>
        <p:spPr>
          <a:xfrm>
            <a:off x="8030228" y="640396"/>
            <a:ext cx="3797307" cy="1220973"/>
          </a:xfrm>
          <a:prstGeom prst="rect">
            <a:avLst/>
          </a:prstGeom>
          <a:solidFill>
            <a:schemeClr val="bg1"/>
          </a:solidFill>
          <a:ln>
            <a:noFill/>
          </a:ln>
          <a:effectLst>
            <a:outerShdw blurRad="812800" dist="698500" dir="8100000" sx="96000" sy="96000" algn="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5" name="Graphic 7">
            <a:extLst>
              <a:ext uri="{FF2B5EF4-FFF2-40B4-BE49-F238E27FC236}">
                <a16:creationId xmlns:a16="http://schemas.microsoft.com/office/drawing/2014/main" id="{C6372C24-9FB0-B7AE-143B-A50D990C1836}"/>
              </a:ext>
            </a:extLst>
          </p:cNvPr>
          <p:cNvSpPr/>
          <p:nvPr/>
        </p:nvSpPr>
        <p:spPr>
          <a:xfrm>
            <a:off x="8111614" y="815230"/>
            <a:ext cx="1174154" cy="694800"/>
          </a:xfrm>
          <a:prstGeom prst="rect">
            <a:avLst/>
          </a:prstGeom>
          <a:solidFill>
            <a:schemeClr val="bg1">
              <a:lumMod val="95000"/>
            </a:schemeClr>
          </a:solidFill>
          <a:ln w="9525"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8" name="TextBox 7">
            <a:extLst>
              <a:ext uri="{FF2B5EF4-FFF2-40B4-BE49-F238E27FC236}">
                <a16:creationId xmlns:a16="http://schemas.microsoft.com/office/drawing/2014/main" id="{7936F6B0-0A75-E3F3-E9AA-5103428A58A6}"/>
              </a:ext>
            </a:extLst>
          </p:cNvPr>
          <p:cNvSpPr txBox="1"/>
          <p:nvPr/>
        </p:nvSpPr>
        <p:spPr>
          <a:xfrm>
            <a:off x="9483230" y="862548"/>
            <a:ext cx="2106946" cy="907941"/>
          </a:xfrm>
          <a:prstGeom prst="rect">
            <a:avLst/>
          </a:prstGeom>
          <a:noFill/>
        </p:spPr>
        <p:txBody>
          <a:bodyPr wrap="square" rtlCol="0">
            <a:spAutoFit/>
          </a:bodyPr>
          <a:lstStyle/>
          <a:p>
            <a:pPr>
              <a:spcBef>
                <a:spcPts val="600"/>
              </a:spcBef>
            </a:pPr>
            <a:r>
              <a:rPr lang="en-US" sz="1600" dirty="0"/>
              <a:t>Source: Kaggle.com</a:t>
            </a:r>
          </a:p>
          <a:p>
            <a:pPr>
              <a:spcBef>
                <a:spcPts val="600"/>
              </a:spcBef>
            </a:pPr>
            <a:r>
              <a:rPr lang="en-US" sz="1600" b="1" dirty="0"/>
              <a:t>100,000 learner records</a:t>
            </a:r>
          </a:p>
        </p:txBody>
      </p:sp>
      <p:sp>
        <p:nvSpPr>
          <p:cNvPr id="7" name="TextBox 6">
            <a:extLst>
              <a:ext uri="{FF2B5EF4-FFF2-40B4-BE49-F238E27FC236}">
                <a16:creationId xmlns:a16="http://schemas.microsoft.com/office/drawing/2014/main" id="{6941243D-0000-0D4D-0570-4EE3DBEADAF7}"/>
              </a:ext>
            </a:extLst>
          </p:cNvPr>
          <p:cNvSpPr txBox="1"/>
          <p:nvPr/>
        </p:nvSpPr>
        <p:spPr>
          <a:xfrm>
            <a:off x="8157031" y="964484"/>
            <a:ext cx="1187450" cy="400110"/>
          </a:xfrm>
          <a:prstGeom prst="rect">
            <a:avLst/>
          </a:prstGeom>
          <a:noFill/>
        </p:spPr>
        <p:txBody>
          <a:bodyPr wrap="square" rtlCol="0">
            <a:spAutoFit/>
          </a:bodyPr>
          <a:lstStyle/>
          <a:p>
            <a:pPr lvl="0">
              <a:spcBef>
                <a:spcPts val="600"/>
              </a:spcBef>
            </a:pPr>
            <a:r>
              <a:rPr lang="en-GB" sz="2000" b="1" dirty="0"/>
              <a:t>Dataset</a:t>
            </a:r>
          </a:p>
        </p:txBody>
      </p:sp>
      <p:sp>
        <p:nvSpPr>
          <p:cNvPr id="11" name="Freeform: Shape 9">
            <a:extLst>
              <a:ext uri="{FF2B5EF4-FFF2-40B4-BE49-F238E27FC236}">
                <a16:creationId xmlns:a16="http://schemas.microsoft.com/office/drawing/2014/main" id="{DAEC433F-8DD5-A271-0178-910EF02ACF5B}"/>
              </a:ext>
            </a:extLst>
          </p:cNvPr>
          <p:cNvSpPr/>
          <p:nvPr/>
        </p:nvSpPr>
        <p:spPr>
          <a:xfrm>
            <a:off x="8030227" y="2036203"/>
            <a:ext cx="3797307" cy="2123423"/>
          </a:xfrm>
          <a:prstGeom prst="rect">
            <a:avLst/>
          </a:prstGeom>
          <a:solidFill>
            <a:schemeClr val="bg1"/>
          </a:solidFill>
          <a:ln>
            <a:noFill/>
          </a:ln>
          <a:effectLst>
            <a:outerShdw blurRad="812800" dist="698500" dir="8100000" sx="96000" sy="96000" algn="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12" name="Graphic 7">
            <a:extLst>
              <a:ext uri="{FF2B5EF4-FFF2-40B4-BE49-F238E27FC236}">
                <a16:creationId xmlns:a16="http://schemas.microsoft.com/office/drawing/2014/main" id="{F17C9F29-0092-929E-A582-E3F01775171F}"/>
              </a:ext>
            </a:extLst>
          </p:cNvPr>
          <p:cNvSpPr/>
          <p:nvPr/>
        </p:nvSpPr>
        <p:spPr>
          <a:xfrm>
            <a:off x="8147059" y="2441201"/>
            <a:ext cx="1174154" cy="1174154"/>
          </a:xfrm>
          <a:prstGeom prst="rect">
            <a:avLst/>
          </a:prstGeom>
          <a:solidFill>
            <a:schemeClr val="bg1">
              <a:lumMod val="95000"/>
            </a:schemeClr>
          </a:solidFill>
          <a:ln w="9525"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15" name="TextBox 14">
            <a:extLst>
              <a:ext uri="{FF2B5EF4-FFF2-40B4-BE49-F238E27FC236}">
                <a16:creationId xmlns:a16="http://schemas.microsoft.com/office/drawing/2014/main" id="{F353367A-0017-2DCC-A661-0CE807AEB0C5}"/>
              </a:ext>
            </a:extLst>
          </p:cNvPr>
          <p:cNvSpPr txBox="1"/>
          <p:nvPr/>
        </p:nvSpPr>
        <p:spPr>
          <a:xfrm>
            <a:off x="9482934" y="2213056"/>
            <a:ext cx="2106946" cy="1769715"/>
          </a:xfrm>
          <a:prstGeom prst="rect">
            <a:avLst/>
          </a:prstGeom>
          <a:noFill/>
        </p:spPr>
        <p:txBody>
          <a:bodyPr wrap="square" rtlCol="0">
            <a:spAutoFit/>
          </a:bodyPr>
          <a:lstStyle/>
          <a:p>
            <a:pPr marL="285750" lvl="0" indent="-285750">
              <a:spcBef>
                <a:spcPts val="600"/>
              </a:spcBef>
              <a:buFont typeface="Wingdings" panose="05000000000000000000" pitchFamily="2" charset="2"/>
              <a:buChar char="ü"/>
            </a:pPr>
            <a:r>
              <a:rPr lang="en-IN" sz="1400" dirty="0"/>
              <a:t>demographic data</a:t>
            </a:r>
          </a:p>
          <a:p>
            <a:pPr marL="285750" lvl="0" indent="-285750">
              <a:spcBef>
                <a:spcPts val="600"/>
              </a:spcBef>
              <a:buFont typeface="Wingdings" panose="05000000000000000000" pitchFamily="2" charset="2"/>
              <a:buChar char="ü"/>
            </a:pPr>
            <a:r>
              <a:rPr lang="en-IN" sz="1400" dirty="0"/>
              <a:t>behavioural data</a:t>
            </a:r>
          </a:p>
          <a:p>
            <a:pPr marL="285750" lvl="0" indent="-285750">
              <a:spcBef>
                <a:spcPts val="600"/>
              </a:spcBef>
              <a:buFont typeface="Wingdings" panose="05000000000000000000" pitchFamily="2" charset="2"/>
              <a:buChar char="ü"/>
            </a:pPr>
            <a:r>
              <a:rPr lang="en-IN" sz="1400" dirty="0"/>
              <a:t>learning analytics</a:t>
            </a:r>
          </a:p>
          <a:p>
            <a:pPr marL="285750" lvl="0" indent="-285750">
              <a:spcBef>
                <a:spcPts val="600"/>
              </a:spcBef>
              <a:buFont typeface="Wingdings" panose="05000000000000000000" pitchFamily="2" charset="2"/>
              <a:buChar char="ü"/>
            </a:pPr>
            <a:r>
              <a:rPr lang="en-IN" sz="1400" dirty="0"/>
              <a:t>engagement metrics</a:t>
            </a:r>
          </a:p>
          <a:p>
            <a:pPr marL="285750" lvl="0" indent="-285750">
              <a:spcBef>
                <a:spcPts val="600"/>
              </a:spcBef>
              <a:buFont typeface="Wingdings" panose="05000000000000000000" pitchFamily="2" charset="2"/>
              <a:buChar char="ü"/>
            </a:pPr>
            <a:r>
              <a:rPr lang="en-IN" sz="1400" dirty="0"/>
              <a:t>performance scores</a:t>
            </a:r>
          </a:p>
          <a:p>
            <a:pPr marL="285750" lvl="0" indent="-285750">
              <a:spcBef>
                <a:spcPts val="600"/>
              </a:spcBef>
              <a:buFont typeface="Wingdings" panose="05000000000000000000" pitchFamily="2" charset="2"/>
              <a:buChar char="ü"/>
            </a:pPr>
            <a:r>
              <a:rPr lang="en-IN" sz="1400" dirty="0"/>
              <a:t>completion outcomes</a:t>
            </a:r>
            <a:endParaRPr kumimoji="0" lang="en-US" sz="1400" b="0" i="0" u="none" strike="noStrike" kern="1200" cap="none" spc="0" normalizeH="0" baseline="0" noProof="0" dirty="0">
              <a:ln>
                <a:noFill/>
              </a:ln>
              <a:solidFill>
                <a:srgbClr val="000000"/>
              </a:solidFill>
              <a:effectLst/>
              <a:uLnTx/>
              <a:uFillTx/>
              <a:latin typeface="+mj-lt"/>
              <a:ea typeface="+mn-ea"/>
              <a:cs typeface="Poppins" panose="00000500000000000000" pitchFamily="2" charset="0"/>
            </a:endParaRPr>
          </a:p>
        </p:txBody>
      </p:sp>
      <p:sp>
        <p:nvSpPr>
          <p:cNvPr id="14" name="TextBox 13">
            <a:extLst>
              <a:ext uri="{FF2B5EF4-FFF2-40B4-BE49-F238E27FC236}">
                <a16:creationId xmlns:a16="http://schemas.microsoft.com/office/drawing/2014/main" id="{77D5874D-20D1-7AA9-623E-CDB84C556EC7}"/>
              </a:ext>
            </a:extLst>
          </p:cNvPr>
          <p:cNvSpPr txBox="1"/>
          <p:nvPr/>
        </p:nvSpPr>
        <p:spPr>
          <a:xfrm>
            <a:off x="8139384" y="2828223"/>
            <a:ext cx="114149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2"/>
                </a:solidFill>
                <a:effectLst/>
                <a:uLnTx/>
                <a:uFillTx/>
                <a:ea typeface="+mn-ea"/>
                <a:cs typeface="Poppins" panose="00000500000000000000" pitchFamily="2" charset="0"/>
              </a:rPr>
              <a:t>Data</a:t>
            </a:r>
          </a:p>
        </p:txBody>
      </p:sp>
      <p:sp>
        <p:nvSpPr>
          <p:cNvPr id="21" name="Freeform: Shape 16">
            <a:extLst>
              <a:ext uri="{FF2B5EF4-FFF2-40B4-BE49-F238E27FC236}">
                <a16:creationId xmlns:a16="http://schemas.microsoft.com/office/drawing/2014/main" id="{9087E0DB-6383-BF2C-B3CD-A8C16189B5A0}"/>
              </a:ext>
            </a:extLst>
          </p:cNvPr>
          <p:cNvSpPr/>
          <p:nvPr/>
        </p:nvSpPr>
        <p:spPr>
          <a:xfrm>
            <a:off x="8071448" y="4334460"/>
            <a:ext cx="3797307" cy="2014605"/>
          </a:xfrm>
          <a:prstGeom prst="rect">
            <a:avLst/>
          </a:prstGeom>
          <a:solidFill>
            <a:schemeClr val="bg1"/>
          </a:solidFill>
          <a:ln>
            <a:noFill/>
          </a:ln>
          <a:effectLst>
            <a:outerShdw blurRad="812800" dist="698500" dir="8100000" sx="96000" sy="96000" algn="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22" name="Graphic 7">
            <a:extLst>
              <a:ext uri="{FF2B5EF4-FFF2-40B4-BE49-F238E27FC236}">
                <a16:creationId xmlns:a16="http://schemas.microsoft.com/office/drawing/2014/main" id="{832E4027-3C98-929C-4D3F-D6FD67F1003A}"/>
              </a:ext>
            </a:extLst>
          </p:cNvPr>
          <p:cNvSpPr/>
          <p:nvPr/>
        </p:nvSpPr>
        <p:spPr>
          <a:xfrm>
            <a:off x="8198480" y="4644686"/>
            <a:ext cx="1174154" cy="1174154"/>
          </a:xfrm>
          <a:prstGeom prst="rect">
            <a:avLst/>
          </a:prstGeom>
          <a:solidFill>
            <a:schemeClr val="bg1">
              <a:lumMod val="95000"/>
            </a:schemeClr>
          </a:solidFill>
          <a:ln w="9525"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25" name="TextBox 24">
            <a:extLst>
              <a:ext uri="{FF2B5EF4-FFF2-40B4-BE49-F238E27FC236}">
                <a16:creationId xmlns:a16="http://schemas.microsoft.com/office/drawing/2014/main" id="{2ED2F197-CF00-7D97-2EDC-974024919169}"/>
              </a:ext>
            </a:extLst>
          </p:cNvPr>
          <p:cNvSpPr txBox="1"/>
          <p:nvPr/>
        </p:nvSpPr>
        <p:spPr>
          <a:xfrm>
            <a:off x="9478394" y="4426126"/>
            <a:ext cx="2111486" cy="1831271"/>
          </a:xfrm>
          <a:prstGeom prst="rect">
            <a:avLst/>
          </a:prstGeom>
          <a:noFill/>
        </p:spPr>
        <p:txBody>
          <a:bodyPr wrap="square" rtlCol="0">
            <a:spAutoFit/>
          </a:bodyPr>
          <a:lstStyle>
            <a:defPPr>
              <a:defRPr lang="en-US"/>
            </a:defPPr>
            <a:lvl1pPr>
              <a:defRPr b="1">
                <a:solidFill>
                  <a:schemeClr val="tx1">
                    <a:lumMod val="85000"/>
                    <a:lumOff val="15000"/>
                  </a:schemeClr>
                </a:solidFill>
                <a:latin typeface="+mj-lt"/>
                <a:cs typeface="Poppins" panose="00000500000000000000" pitchFamily="2" charset="0"/>
              </a:defRPr>
            </a:lvl1pPr>
          </a:lstStyle>
          <a:p>
            <a:pPr lvl="0">
              <a:spcBef>
                <a:spcPts val="600"/>
              </a:spcBef>
            </a:pPr>
            <a:r>
              <a:rPr kumimoji="0" lang="en-US" sz="1400" i="0" u="none" strike="noStrike" kern="1200" cap="none" spc="0" normalizeH="0" baseline="0" noProof="0" dirty="0">
                <a:ln>
                  <a:noFill/>
                </a:ln>
                <a:solidFill>
                  <a:schemeClr val="tx1"/>
                </a:solidFill>
                <a:effectLst/>
                <a:uLnTx/>
                <a:uFillTx/>
                <a:latin typeface="+mn-lt"/>
                <a:ea typeface="+mn-ea"/>
                <a:cs typeface="Poppins" panose="00000500000000000000" pitchFamily="2" charset="0"/>
              </a:rPr>
              <a:t>Python</a:t>
            </a:r>
            <a:r>
              <a:rPr kumimoji="0" lang="en-US" sz="1400" b="0" i="0" u="none" strike="noStrike" kern="1200" cap="none" spc="0" normalizeH="0" baseline="0" noProof="0" dirty="0">
                <a:ln>
                  <a:noFill/>
                </a:ln>
                <a:solidFill>
                  <a:schemeClr val="tx1"/>
                </a:solidFill>
                <a:effectLst/>
                <a:uLnTx/>
                <a:uFillTx/>
                <a:latin typeface="+mn-lt"/>
                <a:ea typeface="+mn-ea"/>
                <a:cs typeface="Poppins" panose="00000500000000000000" pitchFamily="2" charset="0"/>
              </a:rPr>
              <a:t> – Core Analysis</a:t>
            </a:r>
          </a:p>
          <a:p>
            <a:pPr lvl="0">
              <a:spcBef>
                <a:spcPts val="600"/>
              </a:spcBef>
            </a:pPr>
            <a:r>
              <a:rPr lang="en-US" sz="1400" dirty="0">
                <a:solidFill>
                  <a:schemeClr val="tx1"/>
                </a:solidFill>
                <a:latin typeface="+mn-lt"/>
              </a:rPr>
              <a:t>Numpy &amp; Pandas </a:t>
            </a:r>
            <a:r>
              <a:rPr lang="en-US" sz="1400" b="0" dirty="0">
                <a:solidFill>
                  <a:schemeClr val="tx1"/>
                </a:solidFill>
                <a:latin typeface="+mn-lt"/>
              </a:rPr>
              <a:t>– Data Manipulation</a:t>
            </a:r>
          </a:p>
          <a:p>
            <a:pPr lvl="0">
              <a:spcBef>
                <a:spcPts val="600"/>
              </a:spcBef>
            </a:pPr>
            <a:r>
              <a:rPr kumimoji="0" lang="en-US" sz="1400" i="0" u="none" strike="noStrike" kern="1200" cap="none" spc="0" normalizeH="0" baseline="0" noProof="0" dirty="0">
                <a:ln>
                  <a:noFill/>
                </a:ln>
                <a:solidFill>
                  <a:schemeClr val="tx1"/>
                </a:solidFill>
                <a:effectLst/>
                <a:uLnTx/>
                <a:uFillTx/>
                <a:latin typeface="+mn-lt"/>
                <a:ea typeface="+mn-ea"/>
                <a:cs typeface="Poppins" panose="00000500000000000000" pitchFamily="2" charset="0"/>
              </a:rPr>
              <a:t>Mat</a:t>
            </a:r>
            <a:r>
              <a:rPr lang="en-US" sz="1400" dirty="0" err="1">
                <a:solidFill>
                  <a:schemeClr val="tx1"/>
                </a:solidFill>
                <a:latin typeface="+mn-lt"/>
              </a:rPr>
              <a:t>plotlib</a:t>
            </a:r>
            <a:r>
              <a:rPr lang="en-US" sz="1400" dirty="0">
                <a:solidFill>
                  <a:schemeClr val="tx1"/>
                </a:solidFill>
                <a:latin typeface="+mn-lt"/>
              </a:rPr>
              <a:t>, Seaborn</a:t>
            </a:r>
            <a:r>
              <a:rPr lang="en-US" sz="1400" b="0" dirty="0">
                <a:solidFill>
                  <a:schemeClr val="tx1"/>
                </a:solidFill>
                <a:latin typeface="+mn-lt"/>
              </a:rPr>
              <a:t>, </a:t>
            </a:r>
            <a:r>
              <a:rPr lang="en-US" sz="1400" dirty="0">
                <a:solidFill>
                  <a:schemeClr val="tx1"/>
                </a:solidFill>
                <a:latin typeface="+mn-lt"/>
              </a:rPr>
              <a:t>Plotly</a:t>
            </a:r>
            <a:r>
              <a:rPr lang="en-US" sz="1400" b="0" dirty="0">
                <a:solidFill>
                  <a:schemeClr val="tx1"/>
                </a:solidFill>
                <a:latin typeface="+mn-lt"/>
              </a:rPr>
              <a:t> – Visualization</a:t>
            </a:r>
          </a:p>
          <a:p>
            <a:pPr lvl="0">
              <a:spcBef>
                <a:spcPts val="600"/>
              </a:spcBef>
            </a:pPr>
            <a:r>
              <a:rPr kumimoji="0" lang="en-US" sz="1400" i="0" u="none" strike="noStrike" kern="1200" cap="none" spc="0" normalizeH="0" baseline="0" noProof="0" dirty="0">
                <a:ln>
                  <a:noFill/>
                </a:ln>
                <a:solidFill>
                  <a:schemeClr val="tx1"/>
                </a:solidFill>
                <a:effectLst/>
                <a:uLnTx/>
                <a:uFillTx/>
                <a:latin typeface="+mn-lt"/>
                <a:ea typeface="+mn-ea"/>
                <a:cs typeface="Poppins" panose="00000500000000000000" pitchFamily="2" charset="0"/>
              </a:rPr>
              <a:t>VS Code </a:t>
            </a:r>
            <a:r>
              <a:rPr kumimoji="0" lang="en-US" sz="1400" b="0" i="0" u="none" strike="noStrike" kern="1200" cap="none" spc="0" normalizeH="0" baseline="0" noProof="0" dirty="0">
                <a:ln>
                  <a:noFill/>
                </a:ln>
                <a:solidFill>
                  <a:schemeClr val="tx1"/>
                </a:solidFill>
                <a:effectLst/>
                <a:uLnTx/>
                <a:uFillTx/>
                <a:latin typeface="+mn-lt"/>
                <a:ea typeface="+mn-ea"/>
                <a:cs typeface="Poppins" panose="00000500000000000000" pitchFamily="2" charset="0"/>
              </a:rPr>
              <a:t>– </a:t>
            </a:r>
            <a:r>
              <a:rPr lang="en-US" sz="1400" b="0" dirty="0">
                <a:solidFill>
                  <a:schemeClr val="tx1"/>
                </a:solidFill>
                <a:latin typeface="+mn-lt"/>
              </a:rPr>
              <a:t>Analysis Environment</a:t>
            </a:r>
            <a:endParaRPr kumimoji="0" lang="en-US" sz="1400" b="0" i="0" u="none" strike="noStrike" kern="1200" cap="none" spc="0" normalizeH="0" baseline="0" noProof="0" dirty="0">
              <a:ln>
                <a:noFill/>
              </a:ln>
              <a:solidFill>
                <a:schemeClr val="tx1"/>
              </a:solidFill>
              <a:effectLst/>
              <a:uLnTx/>
              <a:uFillTx/>
              <a:latin typeface="+mn-lt"/>
              <a:ea typeface="+mn-ea"/>
              <a:cs typeface="Poppins" panose="00000500000000000000" pitchFamily="2" charset="0"/>
            </a:endParaRPr>
          </a:p>
        </p:txBody>
      </p:sp>
      <p:sp>
        <p:nvSpPr>
          <p:cNvPr id="24" name="TextBox 23">
            <a:extLst>
              <a:ext uri="{FF2B5EF4-FFF2-40B4-BE49-F238E27FC236}">
                <a16:creationId xmlns:a16="http://schemas.microsoft.com/office/drawing/2014/main" id="{06911C73-ABAF-71BF-BAFD-F29347F8F672}"/>
              </a:ext>
            </a:extLst>
          </p:cNvPr>
          <p:cNvSpPr txBox="1"/>
          <p:nvPr/>
        </p:nvSpPr>
        <p:spPr>
          <a:xfrm>
            <a:off x="8216521" y="4814832"/>
            <a:ext cx="118745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effectLst/>
                <a:uLnTx/>
                <a:uFillTx/>
                <a:ea typeface="+mn-ea"/>
                <a:cs typeface="Poppins" panose="00000500000000000000" pitchFamily="2" charset="0"/>
              </a:rPr>
              <a:t>Tools &amp; Libraries</a:t>
            </a:r>
          </a:p>
        </p:txBody>
      </p:sp>
      <p:sp>
        <p:nvSpPr>
          <p:cNvPr id="20" name="TextBox 19">
            <a:extLst>
              <a:ext uri="{FF2B5EF4-FFF2-40B4-BE49-F238E27FC236}">
                <a16:creationId xmlns:a16="http://schemas.microsoft.com/office/drawing/2014/main" id="{8806AA92-E5D8-F9D6-2ADE-89AA5FD17342}"/>
              </a:ext>
            </a:extLst>
          </p:cNvPr>
          <p:cNvSpPr txBox="1"/>
          <p:nvPr/>
        </p:nvSpPr>
        <p:spPr>
          <a:xfrm>
            <a:off x="1070849" y="1346764"/>
            <a:ext cx="4559115" cy="2270109"/>
          </a:xfrm>
          <a:prstGeom prst="rect">
            <a:avLst/>
          </a:prstGeom>
          <a:noFill/>
        </p:spPr>
        <p:txBody>
          <a:bodyPr wrap="square">
            <a:spAutoFit/>
          </a:bodyPr>
          <a:lstStyle/>
          <a:p>
            <a:pPr algn="just">
              <a:lnSpc>
                <a:spcPct val="150000"/>
              </a:lnSpc>
            </a:pPr>
            <a:r>
              <a:rPr lang="en-US" sz="1600" dirty="0"/>
              <a:t>This project analyzes digital learning data to understand demographic adoption patterns, course completion behavior, digital literacy impact and learning path effectiveness in online education platforms.</a:t>
            </a:r>
            <a:endParaRPr lang="en-IN" sz="1600" dirty="0"/>
          </a:p>
          <a:p>
            <a:pPr algn="just">
              <a:lnSpc>
                <a:spcPct val="150000"/>
              </a:lnSpc>
            </a:pPr>
            <a:r>
              <a:rPr lang="en-GB" sz="1600" dirty="0"/>
              <a:t>.</a:t>
            </a:r>
            <a:endParaRPr lang="en-IN" sz="1600" dirty="0"/>
          </a:p>
        </p:txBody>
      </p:sp>
      <p:sp>
        <p:nvSpPr>
          <p:cNvPr id="2" name="Rectangle 1">
            <a:extLst>
              <a:ext uri="{FF2B5EF4-FFF2-40B4-BE49-F238E27FC236}">
                <a16:creationId xmlns:a16="http://schemas.microsoft.com/office/drawing/2014/main" id="{89E49222-EBFD-FDFB-5E60-28E423425951}"/>
              </a:ext>
            </a:extLst>
          </p:cNvPr>
          <p:cNvSpPr/>
          <p:nvPr/>
        </p:nvSpPr>
        <p:spPr>
          <a:xfrm>
            <a:off x="960841" y="793195"/>
            <a:ext cx="3940174" cy="615553"/>
          </a:xfrm>
          <a:prstGeom prst="rect">
            <a:avLst/>
          </a:prstGeom>
        </p:spPr>
        <p:txBody>
          <a:bodyPr wrap="square" lIns="0" tIns="0" rIns="0" bIns="0">
            <a:spAutoFit/>
          </a:bodyPr>
          <a:lstStyle/>
          <a:p>
            <a:pPr algn="r"/>
            <a:r>
              <a:rPr lang="en-IN" sz="4000" b="1" dirty="0">
                <a:solidFill>
                  <a:srgbClr val="034C53"/>
                </a:solidFill>
              </a:rPr>
              <a:t>Project  Overview</a:t>
            </a:r>
            <a:endParaRPr lang="en-IN" sz="4000" b="1" dirty="0">
              <a:solidFill>
                <a:srgbClr val="034C53"/>
              </a:solidFill>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D40112C3-89D8-FEB5-99F9-50238BA6FC28}"/>
              </a:ext>
            </a:extLst>
          </p:cNvPr>
          <p:cNvCxnSpPr/>
          <p:nvPr/>
        </p:nvCxnSpPr>
        <p:spPr>
          <a:xfrm>
            <a:off x="3427818" y="793195"/>
            <a:ext cx="1473197"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6435DBA-0C93-1B4C-E913-F257D2094C4D}"/>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17761C2-C4D2-45A0-6004-4EE1046E3E97}"/>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3" name="Picture Placeholder 32">
            <a:extLst>
              <a:ext uri="{FF2B5EF4-FFF2-40B4-BE49-F238E27FC236}">
                <a16:creationId xmlns:a16="http://schemas.microsoft.com/office/drawing/2014/main" id="{76C32D13-4EC0-893B-259D-326EEACCAF60}"/>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6498" b="16498"/>
          <a:stretch>
            <a:fillRect/>
          </a:stretch>
        </p:blipFill>
        <p:spPr>
          <a:xfrm>
            <a:off x="1041996" y="3465903"/>
            <a:ext cx="5054004" cy="2883158"/>
          </a:xfrm>
          <a:custGeom>
            <a:avLst/>
            <a:gdLst>
              <a:gd name="connsiteX0" fmla="*/ 0 w 5257800"/>
              <a:gd name="connsiteY0" fmla="*/ 0 h 2057400"/>
              <a:gd name="connsiteX1" fmla="*/ 5257800 w 5257800"/>
              <a:gd name="connsiteY1" fmla="*/ 0 h 2057400"/>
              <a:gd name="connsiteX2" fmla="*/ 5257800 w 5257800"/>
              <a:gd name="connsiteY2" fmla="*/ 2057400 h 2057400"/>
              <a:gd name="connsiteX3" fmla="*/ 0 w 5257800"/>
              <a:gd name="connsiteY3" fmla="*/ 2057400 h 2057400"/>
            </a:gdLst>
            <a:ahLst/>
            <a:cxnLst>
              <a:cxn ang="0">
                <a:pos x="connsiteX0" y="connsiteY0"/>
              </a:cxn>
              <a:cxn ang="0">
                <a:pos x="connsiteX1" y="connsiteY1"/>
              </a:cxn>
              <a:cxn ang="0">
                <a:pos x="connsiteX2" y="connsiteY2"/>
              </a:cxn>
              <a:cxn ang="0">
                <a:pos x="connsiteX3" y="connsiteY3"/>
              </a:cxn>
            </a:cxnLst>
            <a:rect l="l" t="t" r="r" b="b"/>
            <a:pathLst>
              <a:path w="5257800" h="2057400">
                <a:moveTo>
                  <a:pt x="0" y="0"/>
                </a:moveTo>
                <a:lnTo>
                  <a:pt x="5257800" y="0"/>
                </a:lnTo>
                <a:lnTo>
                  <a:pt x="5257800" y="2057400"/>
                </a:lnTo>
                <a:lnTo>
                  <a:pt x="0" y="2057400"/>
                </a:lnTo>
                <a:close/>
              </a:path>
            </a:pathLst>
          </a:custGeom>
          <a:solidFill>
            <a:prstClr val="white">
              <a:lumMod val="65000"/>
              <a:alpha val="12000"/>
            </a:prst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406984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65AD8A-B23C-0215-CBEF-CA22440932FB}"/>
              </a:ext>
            </a:extLst>
          </p:cNvPr>
          <p:cNvSpPr/>
          <p:nvPr/>
        </p:nvSpPr>
        <p:spPr>
          <a:xfrm rot="16200000">
            <a:off x="2679978" y="200782"/>
            <a:ext cx="1913861" cy="4646427"/>
          </a:xfrm>
          <a:prstGeom prst="rect">
            <a:avLst/>
          </a:prstGeom>
          <a:solidFill>
            <a:srgbClr val="007074"/>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74"/>
              </a:solidFill>
              <a:latin typeface="Lora" pitchFamily="2" charset="0"/>
            </a:endParaRPr>
          </a:p>
        </p:txBody>
      </p:sp>
      <p:sp>
        <p:nvSpPr>
          <p:cNvPr id="7" name="Rectangle 6">
            <a:extLst>
              <a:ext uri="{FF2B5EF4-FFF2-40B4-BE49-F238E27FC236}">
                <a16:creationId xmlns:a16="http://schemas.microsoft.com/office/drawing/2014/main" id="{F57C7CC0-90C7-F367-72D0-749E4D5B24DA}"/>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B35F658-5036-6D54-A614-44712C833BC8}"/>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467B33E-9025-3040-0B49-F2F1F1411FD0}"/>
              </a:ext>
            </a:extLst>
          </p:cNvPr>
          <p:cNvSpPr/>
          <p:nvPr/>
        </p:nvSpPr>
        <p:spPr>
          <a:xfrm>
            <a:off x="1141607" y="1927218"/>
            <a:ext cx="1510354" cy="11315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effectLst>
                <a:outerShdw blurRad="38100" dist="38100" dir="2700000" algn="tl">
                  <a:srgbClr val="000000">
                    <a:alpha val="43137"/>
                  </a:srgbClr>
                </a:outerShdw>
              </a:effectLst>
              <a:latin typeface="Lora" pitchFamily="2" charset="0"/>
            </a:endParaRPr>
          </a:p>
        </p:txBody>
      </p:sp>
      <p:sp>
        <p:nvSpPr>
          <p:cNvPr id="10" name="Isosceles Triangle 5">
            <a:extLst>
              <a:ext uri="{FF2B5EF4-FFF2-40B4-BE49-F238E27FC236}">
                <a16:creationId xmlns:a16="http://schemas.microsoft.com/office/drawing/2014/main" id="{05B85CDE-5886-875D-22E0-54597BAD56B8}"/>
              </a:ext>
            </a:extLst>
          </p:cNvPr>
          <p:cNvSpPr/>
          <p:nvPr/>
        </p:nvSpPr>
        <p:spPr>
          <a:xfrm rot="16200000" flipH="1">
            <a:off x="1126158" y="1749156"/>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12" name="Isosceles Triangle 5">
            <a:extLst>
              <a:ext uri="{FF2B5EF4-FFF2-40B4-BE49-F238E27FC236}">
                <a16:creationId xmlns:a16="http://schemas.microsoft.com/office/drawing/2014/main" id="{DB2AB9DC-76BB-3FC0-3C50-C8ED19AEDD39}"/>
              </a:ext>
            </a:extLst>
          </p:cNvPr>
          <p:cNvSpPr/>
          <p:nvPr/>
        </p:nvSpPr>
        <p:spPr>
          <a:xfrm rot="10800000" flipH="1">
            <a:off x="1135701" y="3044398"/>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pic>
        <p:nvPicPr>
          <p:cNvPr id="34" name="Picture 33">
            <a:extLst>
              <a:ext uri="{FF2B5EF4-FFF2-40B4-BE49-F238E27FC236}">
                <a16:creationId xmlns:a16="http://schemas.microsoft.com/office/drawing/2014/main" id="{6652CB50-18C9-220A-807F-100E60370594}"/>
              </a:ext>
            </a:extLst>
          </p:cNvPr>
          <p:cNvPicPr>
            <a:picLocks noChangeAspect="1"/>
          </p:cNvPicPr>
          <p:nvPr/>
        </p:nvPicPr>
        <p:blipFill>
          <a:blip r:embed="rId3"/>
          <a:stretch>
            <a:fillRect/>
          </a:stretch>
        </p:blipFill>
        <p:spPr>
          <a:xfrm>
            <a:off x="1504548" y="2097500"/>
            <a:ext cx="821693" cy="770337"/>
          </a:xfrm>
          <a:prstGeom prst="rect">
            <a:avLst/>
          </a:prstGeom>
        </p:spPr>
      </p:pic>
      <p:sp>
        <p:nvSpPr>
          <p:cNvPr id="37" name="Rectangle 36">
            <a:extLst>
              <a:ext uri="{FF2B5EF4-FFF2-40B4-BE49-F238E27FC236}">
                <a16:creationId xmlns:a16="http://schemas.microsoft.com/office/drawing/2014/main" id="{54578EB2-8902-198E-2B8A-1E16F2486402}"/>
              </a:ext>
            </a:extLst>
          </p:cNvPr>
          <p:cNvSpPr/>
          <p:nvPr/>
        </p:nvSpPr>
        <p:spPr>
          <a:xfrm rot="16200000">
            <a:off x="8174393" y="2892960"/>
            <a:ext cx="1913861" cy="4646427"/>
          </a:xfrm>
          <a:prstGeom prst="rect">
            <a:avLst/>
          </a:prstGeom>
          <a:solidFill>
            <a:srgbClr val="007074"/>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74"/>
              </a:solidFill>
              <a:latin typeface="Lora" pitchFamily="2" charset="0"/>
            </a:endParaRPr>
          </a:p>
        </p:txBody>
      </p:sp>
      <p:sp>
        <p:nvSpPr>
          <p:cNvPr id="38" name="Rectangle 37">
            <a:extLst>
              <a:ext uri="{FF2B5EF4-FFF2-40B4-BE49-F238E27FC236}">
                <a16:creationId xmlns:a16="http://schemas.microsoft.com/office/drawing/2014/main" id="{72A2FE37-D5D5-EEA9-26C5-BE34187C5785}"/>
              </a:ext>
            </a:extLst>
          </p:cNvPr>
          <p:cNvSpPr/>
          <p:nvPr/>
        </p:nvSpPr>
        <p:spPr>
          <a:xfrm rot="16200000">
            <a:off x="8174393" y="164460"/>
            <a:ext cx="1913861" cy="4646427"/>
          </a:xfrm>
          <a:prstGeom prst="rect">
            <a:avLst/>
          </a:prstGeom>
          <a:solidFill>
            <a:srgbClr val="007074"/>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74"/>
              </a:solidFill>
              <a:latin typeface="Lora" pitchFamily="2" charset="0"/>
            </a:endParaRPr>
          </a:p>
        </p:txBody>
      </p:sp>
      <p:sp>
        <p:nvSpPr>
          <p:cNvPr id="39" name="Rectangle 38">
            <a:extLst>
              <a:ext uri="{FF2B5EF4-FFF2-40B4-BE49-F238E27FC236}">
                <a16:creationId xmlns:a16="http://schemas.microsoft.com/office/drawing/2014/main" id="{3ADB4EA7-EC56-6E5E-3D73-B355BA007177}"/>
              </a:ext>
            </a:extLst>
          </p:cNvPr>
          <p:cNvSpPr/>
          <p:nvPr/>
        </p:nvSpPr>
        <p:spPr>
          <a:xfrm rot="16200000">
            <a:off x="2670322" y="2892961"/>
            <a:ext cx="1913861" cy="4646427"/>
          </a:xfrm>
          <a:prstGeom prst="rect">
            <a:avLst/>
          </a:prstGeom>
          <a:solidFill>
            <a:srgbClr val="007074"/>
          </a:solidFill>
          <a:ln>
            <a:noFill/>
          </a:ln>
          <a:effectLst>
            <a:outerShdw blurRad="635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74"/>
              </a:solidFill>
              <a:latin typeface="Lora" pitchFamily="2" charset="0"/>
            </a:endParaRPr>
          </a:p>
        </p:txBody>
      </p:sp>
      <p:sp>
        <p:nvSpPr>
          <p:cNvPr id="40" name="TextBox 39">
            <a:extLst>
              <a:ext uri="{FF2B5EF4-FFF2-40B4-BE49-F238E27FC236}">
                <a16:creationId xmlns:a16="http://schemas.microsoft.com/office/drawing/2014/main" id="{9C626C3D-6E89-624C-1A02-559C1492B268}"/>
              </a:ext>
            </a:extLst>
          </p:cNvPr>
          <p:cNvSpPr txBox="1"/>
          <p:nvPr/>
        </p:nvSpPr>
        <p:spPr>
          <a:xfrm>
            <a:off x="4067455" y="268852"/>
            <a:ext cx="5537138" cy="707886"/>
          </a:xfrm>
          <a:prstGeom prst="rect">
            <a:avLst/>
          </a:prstGeom>
          <a:noFill/>
        </p:spPr>
        <p:txBody>
          <a:bodyPr wrap="square" rtlCol="0">
            <a:spAutoFit/>
          </a:bodyPr>
          <a:lstStyle/>
          <a:p>
            <a:r>
              <a:rPr lang="en-IN" dirty="0"/>
              <a:t>	</a:t>
            </a:r>
            <a:r>
              <a:rPr lang="en-IN" sz="4000" b="1" dirty="0">
                <a:solidFill>
                  <a:srgbClr val="034C53"/>
                </a:solidFill>
              </a:rPr>
              <a:t>OBJECTIVES</a:t>
            </a:r>
          </a:p>
        </p:txBody>
      </p:sp>
      <p:sp>
        <p:nvSpPr>
          <p:cNvPr id="41" name="Rectangle 40">
            <a:extLst>
              <a:ext uri="{FF2B5EF4-FFF2-40B4-BE49-F238E27FC236}">
                <a16:creationId xmlns:a16="http://schemas.microsoft.com/office/drawing/2014/main" id="{DB6F1886-3EDC-4B2D-C05A-191315D2976E}"/>
              </a:ext>
            </a:extLst>
          </p:cNvPr>
          <p:cNvSpPr/>
          <p:nvPr/>
        </p:nvSpPr>
        <p:spPr>
          <a:xfrm>
            <a:off x="6618717" y="1958211"/>
            <a:ext cx="1510354" cy="11315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effectLst>
                <a:outerShdw blurRad="38100" dist="38100" dir="2700000" algn="tl">
                  <a:srgbClr val="000000">
                    <a:alpha val="43137"/>
                  </a:srgbClr>
                </a:outerShdw>
              </a:effectLst>
              <a:latin typeface="Lora" pitchFamily="2" charset="0"/>
            </a:endParaRPr>
          </a:p>
        </p:txBody>
      </p:sp>
      <p:sp>
        <p:nvSpPr>
          <p:cNvPr id="42" name="Rectangle 41">
            <a:extLst>
              <a:ext uri="{FF2B5EF4-FFF2-40B4-BE49-F238E27FC236}">
                <a16:creationId xmlns:a16="http://schemas.microsoft.com/office/drawing/2014/main" id="{5573D5BF-1F31-763F-DC32-578A33FDCB83}"/>
              </a:ext>
            </a:extLst>
          </p:cNvPr>
          <p:cNvSpPr/>
          <p:nvPr/>
        </p:nvSpPr>
        <p:spPr>
          <a:xfrm>
            <a:off x="1116318" y="4691038"/>
            <a:ext cx="1510354" cy="11315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effectLst>
                <a:outerShdw blurRad="38100" dist="38100" dir="2700000" algn="tl">
                  <a:srgbClr val="000000">
                    <a:alpha val="43137"/>
                  </a:srgbClr>
                </a:outerShdw>
              </a:effectLst>
              <a:latin typeface="Lora" pitchFamily="2" charset="0"/>
            </a:endParaRPr>
          </a:p>
        </p:txBody>
      </p:sp>
      <p:sp>
        <p:nvSpPr>
          <p:cNvPr id="43" name="Rectangle 42">
            <a:extLst>
              <a:ext uri="{FF2B5EF4-FFF2-40B4-BE49-F238E27FC236}">
                <a16:creationId xmlns:a16="http://schemas.microsoft.com/office/drawing/2014/main" id="{70FCA481-6E1C-684B-9F4E-E4DC82BE6526}"/>
              </a:ext>
            </a:extLst>
          </p:cNvPr>
          <p:cNvSpPr/>
          <p:nvPr/>
        </p:nvSpPr>
        <p:spPr>
          <a:xfrm>
            <a:off x="6638312" y="4659367"/>
            <a:ext cx="1510354" cy="11315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effectLst>
                <a:outerShdw blurRad="38100" dist="38100" dir="2700000" algn="tl">
                  <a:srgbClr val="000000">
                    <a:alpha val="43137"/>
                  </a:srgbClr>
                </a:outerShdw>
              </a:effectLst>
              <a:latin typeface="Lora" pitchFamily="2" charset="0"/>
            </a:endParaRPr>
          </a:p>
        </p:txBody>
      </p:sp>
      <p:sp>
        <p:nvSpPr>
          <p:cNvPr id="44" name="Isosceles Triangle 5">
            <a:extLst>
              <a:ext uri="{FF2B5EF4-FFF2-40B4-BE49-F238E27FC236}">
                <a16:creationId xmlns:a16="http://schemas.microsoft.com/office/drawing/2014/main" id="{99570943-F09F-9086-4A22-8DB53DBEE349}"/>
              </a:ext>
            </a:extLst>
          </p:cNvPr>
          <p:cNvSpPr/>
          <p:nvPr/>
        </p:nvSpPr>
        <p:spPr>
          <a:xfrm rot="16200000" flipH="1">
            <a:off x="1098352" y="4501646"/>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45" name="Isosceles Triangle 5">
            <a:extLst>
              <a:ext uri="{FF2B5EF4-FFF2-40B4-BE49-F238E27FC236}">
                <a16:creationId xmlns:a16="http://schemas.microsoft.com/office/drawing/2014/main" id="{7E1B1D7B-0A9D-98DF-3FB1-BB3198CCF1B1}"/>
              </a:ext>
            </a:extLst>
          </p:cNvPr>
          <p:cNvSpPr/>
          <p:nvPr/>
        </p:nvSpPr>
        <p:spPr>
          <a:xfrm rot="16200000" flipH="1">
            <a:off x="6618718" y="1759513"/>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46" name="Isosceles Triangle 5">
            <a:extLst>
              <a:ext uri="{FF2B5EF4-FFF2-40B4-BE49-F238E27FC236}">
                <a16:creationId xmlns:a16="http://schemas.microsoft.com/office/drawing/2014/main" id="{16630C9B-6D97-33A6-F913-C76529384613}"/>
              </a:ext>
            </a:extLst>
          </p:cNvPr>
          <p:cNvSpPr/>
          <p:nvPr/>
        </p:nvSpPr>
        <p:spPr>
          <a:xfrm rot="16200000" flipH="1">
            <a:off x="6618718" y="4485471"/>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47" name="Isosceles Triangle 5">
            <a:extLst>
              <a:ext uri="{FF2B5EF4-FFF2-40B4-BE49-F238E27FC236}">
                <a16:creationId xmlns:a16="http://schemas.microsoft.com/office/drawing/2014/main" id="{06F68B57-7BA6-326C-167E-1CF3670A5028}"/>
              </a:ext>
            </a:extLst>
          </p:cNvPr>
          <p:cNvSpPr/>
          <p:nvPr/>
        </p:nvSpPr>
        <p:spPr>
          <a:xfrm rot="10800000" flipH="1">
            <a:off x="1132060" y="5805651"/>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48" name="Isosceles Triangle 5">
            <a:extLst>
              <a:ext uri="{FF2B5EF4-FFF2-40B4-BE49-F238E27FC236}">
                <a16:creationId xmlns:a16="http://schemas.microsoft.com/office/drawing/2014/main" id="{4BD0F500-EFB4-551A-2CB5-CDF52EDC0051}"/>
              </a:ext>
            </a:extLst>
          </p:cNvPr>
          <p:cNvSpPr/>
          <p:nvPr/>
        </p:nvSpPr>
        <p:spPr>
          <a:xfrm rot="10977762" flipH="1">
            <a:off x="6638312" y="5796277"/>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sp>
        <p:nvSpPr>
          <p:cNvPr id="49" name="Isosceles Triangle 5">
            <a:extLst>
              <a:ext uri="{FF2B5EF4-FFF2-40B4-BE49-F238E27FC236}">
                <a16:creationId xmlns:a16="http://schemas.microsoft.com/office/drawing/2014/main" id="{86462740-11D5-092C-59C4-F73F1E6AD4B2}"/>
              </a:ext>
            </a:extLst>
          </p:cNvPr>
          <p:cNvSpPr/>
          <p:nvPr/>
        </p:nvSpPr>
        <p:spPr>
          <a:xfrm rot="10800000" flipH="1">
            <a:off x="6605414" y="3076737"/>
            <a:ext cx="193040" cy="185744"/>
          </a:xfrm>
          <a:custGeom>
            <a:avLst/>
            <a:gdLst>
              <a:gd name="connsiteX0" fmla="*/ 0 w 182880"/>
              <a:gd name="connsiteY0" fmla="*/ 157656 h 157656"/>
              <a:gd name="connsiteX1" fmla="*/ 91440 w 182880"/>
              <a:gd name="connsiteY1" fmla="*/ 0 h 157656"/>
              <a:gd name="connsiteX2" fmla="*/ 182880 w 182880"/>
              <a:gd name="connsiteY2" fmla="*/ 157656 h 157656"/>
              <a:gd name="connsiteX3" fmla="*/ 0 w 182880"/>
              <a:gd name="connsiteY3" fmla="*/ 157656 h 157656"/>
              <a:gd name="connsiteX0" fmla="*/ 0 w 182880"/>
              <a:gd name="connsiteY0" fmla="*/ 189406 h 189406"/>
              <a:gd name="connsiteX1" fmla="*/ 173990 w 182880"/>
              <a:gd name="connsiteY1" fmla="*/ 0 h 189406"/>
              <a:gd name="connsiteX2" fmla="*/ 182880 w 182880"/>
              <a:gd name="connsiteY2" fmla="*/ 189406 h 189406"/>
              <a:gd name="connsiteX3" fmla="*/ 0 w 182880"/>
              <a:gd name="connsiteY3" fmla="*/ 189406 h 189406"/>
              <a:gd name="connsiteX0" fmla="*/ 0 w 193040"/>
              <a:gd name="connsiteY0" fmla="*/ 189406 h 189406"/>
              <a:gd name="connsiteX1" fmla="*/ 193040 w 193040"/>
              <a:gd name="connsiteY1" fmla="*/ 0 h 189406"/>
              <a:gd name="connsiteX2" fmla="*/ 182880 w 193040"/>
              <a:gd name="connsiteY2" fmla="*/ 189406 h 189406"/>
              <a:gd name="connsiteX3" fmla="*/ 0 w 193040"/>
              <a:gd name="connsiteY3" fmla="*/ 189406 h 189406"/>
            </a:gdLst>
            <a:ahLst/>
            <a:cxnLst>
              <a:cxn ang="0">
                <a:pos x="connsiteX0" y="connsiteY0"/>
              </a:cxn>
              <a:cxn ang="0">
                <a:pos x="connsiteX1" y="connsiteY1"/>
              </a:cxn>
              <a:cxn ang="0">
                <a:pos x="connsiteX2" y="connsiteY2"/>
              </a:cxn>
              <a:cxn ang="0">
                <a:pos x="connsiteX3" y="connsiteY3"/>
              </a:cxn>
            </a:cxnLst>
            <a:rect l="l" t="t" r="r" b="b"/>
            <a:pathLst>
              <a:path w="193040" h="189406">
                <a:moveTo>
                  <a:pt x="0" y="189406"/>
                </a:moveTo>
                <a:lnTo>
                  <a:pt x="193040" y="0"/>
                </a:lnTo>
                <a:lnTo>
                  <a:pt x="182880" y="189406"/>
                </a:lnTo>
                <a:lnTo>
                  <a:pt x="0" y="189406"/>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ora" pitchFamily="2" charset="0"/>
            </a:endParaRPr>
          </a:p>
        </p:txBody>
      </p:sp>
      <p:pic>
        <p:nvPicPr>
          <p:cNvPr id="50" name="Picture 49">
            <a:extLst>
              <a:ext uri="{FF2B5EF4-FFF2-40B4-BE49-F238E27FC236}">
                <a16:creationId xmlns:a16="http://schemas.microsoft.com/office/drawing/2014/main" id="{D8FD7F67-0054-FCF5-1234-F2B592979073}"/>
              </a:ext>
            </a:extLst>
          </p:cNvPr>
          <p:cNvPicPr>
            <a:picLocks noChangeAspect="1"/>
          </p:cNvPicPr>
          <p:nvPr/>
        </p:nvPicPr>
        <p:blipFill>
          <a:blip r:embed="rId4"/>
          <a:stretch>
            <a:fillRect/>
          </a:stretch>
        </p:blipFill>
        <p:spPr>
          <a:xfrm>
            <a:off x="7083827" y="2158090"/>
            <a:ext cx="634496" cy="711103"/>
          </a:xfrm>
          <a:prstGeom prst="rect">
            <a:avLst/>
          </a:prstGeom>
        </p:spPr>
      </p:pic>
      <p:pic>
        <p:nvPicPr>
          <p:cNvPr id="51" name="Picture 50">
            <a:extLst>
              <a:ext uri="{FF2B5EF4-FFF2-40B4-BE49-F238E27FC236}">
                <a16:creationId xmlns:a16="http://schemas.microsoft.com/office/drawing/2014/main" id="{ABB55146-16C0-AEA8-02B7-A1E30980ACE7}"/>
              </a:ext>
            </a:extLst>
          </p:cNvPr>
          <p:cNvPicPr>
            <a:picLocks noChangeAspect="1"/>
          </p:cNvPicPr>
          <p:nvPr/>
        </p:nvPicPr>
        <p:blipFill>
          <a:blip r:embed="rId5"/>
          <a:stretch>
            <a:fillRect/>
          </a:stretch>
        </p:blipFill>
        <p:spPr>
          <a:xfrm>
            <a:off x="1590754" y="4953846"/>
            <a:ext cx="601840" cy="601840"/>
          </a:xfrm>
          <a:prstGeom prst="rect">
            <a:avLst/>
          </a:prstGeom>
        </p:spPr>
      </p:pic>
      <p:pic>
        <p:nvPicPr>
          <p:cNvPr id="52" name="Picture 51">
            <a:extLst>
              <a:ext uri="{FF2B5EF4-FFF2-40B4-BE49-F238E27FC236}">
                <a16:creationId xmlns:a16="http://schemas.microsoft.com/office/drawing/2014/main" id="{D88CD0F2-9289-0DB4-24E8-3E87C772B5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3827" y="4930458"/>
            <a:ext cx="634496" cy="634496"/>
          </a:xfrm>
          <a:prstGeom prst="rect">
            <a:avLst/>
          </a:prstGeom>
        </p:spPr>
      </p:pic>
      <p:sp>
        <p:nvSpPr>
          <p:cNvPr id="55" name="TextBox 54">
            <a:extLst>
              <a:ext uri="{FF2B5EF4-FFF2-40B4-BE49-F238E27FC236}">
                <a16:creationId xmlns:a16="http://schemas.microsoft.com/office/drawing/2014/main" id="{436C99CF-3BAD-E8C9-FF73-F0E126992C76}"/>
              </a:ext>
            </a:extLst>
          </p:cNvPr>
          <p:cNvSpPr txBox="1"/>
          <p:nvPr/>
        </p:nvSpPr>
        <p:spPr>
          <a:xfrm>
            <a:off x="2978652" y="2044203"/>
            <a:ext cx="2665064" cy="1200329"/>
          </a:xfrm>
          <a:prstGeom prst="rect">
            <a:avLst/>
          </a:prstGeom>
          <a:noFill/>
        </p:spPr>
        <p:txBody>
          <a:bodyPr wrap="square" rtlCol="0">
            <a:spAutoFit/>
          </a:bodyPr>
          <a:lstStyle/>
          <a:p>
            <a:r>
              <a:rPr lang="en-US" dirty="0">
                <a:solidFill>
                  <a:schemeClr val="bg1"/>
                </a:solidFill>
              </a:rPr>
              <a:t>Investigate demographic patterns in educational technology adoption</a:t>
            </a:r>
            <a:endParaRPr lang="en-US" dirty="0">
              <a:solidFill>
                <a:schemeClr val="bg1"/>
              </a:solidFill>
              <a:latin typeface="Arial" panose="020B0604020202020204" pitchFamily="34" charset="0"/>
              <a:ea typeface="Cambria" panose="02040503050406030204" pitchFamily="18" charset="0"/>
              <a:cs typeface="Arial" panose="020B0604020202020204" pitchFamily="34" charset="0"/>
            </a:endParaRPr>
          </a:p>
          <a:p>
            <a:endParaRPr lang="en-IN" dirty="0"/>
          </a:p>
        </p:txBody>
      </p:sp>
      <p:sp>
        <p:nvSpPr>
          <p:cNvPr id="56" name="TextBox 55">
            <a:extLst>
              <a:ext uri="{FF2B5EF4-FFF2-40B4-BE49-F238E27FC236}">
                <a16:creationId xmlns:a16="http://schemas.microsoft.com/office/drawing/2014/main" id="{21990329-8D13-61D3-5DC1-344726CE4F30}"/>
              </a:ext>
            </a:extLst>
          </p:cNvPr>
          <p:cNvSpPr txBox="1"/>
          <p:nvPr/>
        </p:nvSpPr>
        <p:spPr>
          <a:xfrm>
            <a:off x="8526430" y="2200829"/>
            <a:ext cx="2831690" cy="646331"/>
          </a:xfrm>
          <a:prstGeom prst="rect">
            <a:avLst/>
          </a:prstGeom>
          <a:noFill/>
        </p:spPr>
        <p:txBody>
          <a:bodyPr wrap="square" rtlCol="0">
            <a:spAutoFit/>
          </a:bodyPr>
          <a:lstStyle/>
          <a:p>
            <a:r>
              <a:rPr lang="en-US" dirty="0">
                <a:solidFill>
                  <a:schemeClr val="bg1"/>
                </a:solidFill>
              </a:rPr>
              <a:t>Analyze factors driving online course completion</a:t>
            </a:r>
            <a:endParaRPr lang="en-IN" dirty="0">
              <a:solidFill>
                <a:schemeClr val="bg1"/>
              </a:solidFill>
            </a:endParaRPr>
          </a:p>
        </p:txBody>
      </p:sp>
      <p:sp>
        <p:nvSpPr>
          <p:cNvPr id="58" name="TextBox 57">
            <a:extLst>
              <a:ext uri="{FF2B5EF4-FFF2-40B4-BE49-F238E27FC236}">
                <a16:creationId xmlns:a16="http://schemas.microsoft.com/office/drawing/2014/main" id="{AF0736B4-620B-847E-D060-95BEF76AC484}"/>
              </a:ext>
            </a:extLst>
          </p:cNvPr>
          <p:cNvSpPr txBox="1"/>
          <p:nvPr/>
        </p:nvSpPr>
        <p:spPr>
          <a:xfrm>
            <a:off x="2978652" y="4760856"/>
            <a:ext cx="2730755" cy="923330"/>
          </a:xfrm>
          <a:prstGeom prst="rect">
            <a:avLst/>
          </a:prstGeom>
          <a:noFill/>
        </p:spPr>
        <p:txBody>
          <a:bodyPr wrap="square" rtlCol="0">
            <a:spAutoFit/>
          </a:bodyPr>
          <a:lstStyle/>
          <a:p>
            <a:r>
              <a:rPr lang="en-US" dirty="0">
                <a:solidFill>
                  <a:schemeClr val="bg1"/>
                </a:solidFill>
              </a:rPr>
              <a:t>Compare different learning path effectiveness</a:t>
            </a:r>
            <a:endParaRPr lang="en-US" dirty="0">
              <a:solidFill>
                <a:schemeClr val="bg1"/>
              </a:solidFill>
              <a:latin typeface="Arial" panose="020B0604020202020204" pitchFamily="34" charset="0"/>
              <a:ea typeface="Cambria" panose="02040503050406030204" pitchFamily="18" charset="0"/>
              <a:cs typeface="Arial" panose="020B0604020202020204" pitchFamily="34" charset="0"/>
            </a:endParaRPr>
          </a:p>
          <a:p>
            <a:endParaRPr lang="en-IN" dirty="0"/>
          </a:p>
        </p:txBody>
      </p:sp>
      <p:sp>
        <p:nvSpPr>
          <p:cNvPr id="59" name="TextBox 58">
            <a:extLst>
              <a:ext uri="{FF2B5EF4-FFF2-40B4-BE49-F238E27FC236}">
                <a16:creationId xmlns:a16="http://schemas.microsoft.com/office/drawing/2014/main" id="{752E43DD-DE9D-2499-70D1-EA452412E2AA}"/>
              </a:ext>
            </a:extLst>
          </p:cNvPr>
          <p:cNvSpPr txBox="1"/>
          <p:nvPr/>
        </p:nvSpPr>
        <p:spPr>
          <a:xfrm>
            <a:off x="8575967" y="4667983"/>
            <a:ext cx="2494369" cy="1200329"/>
          </a:xfrm>
          <a:prstGeom prst="rect">
            <a:avLst/>
          </a:prstGeom>
          <a:noFill/>
        </p:spPr>
        <p:txBody>
          <a:bodyPr wrap="square" rtlCol="0">
            <a:spAutoFit/>
          </a:bodyPr>
          <a:lstStyle/>
          <a:p>
            <a:r>
              <a:rPr lang="en-US" dirty="0">
                <a:solidFill>
                  <a:schemeClr val="bg1"/>
                </a:solidFill>
              </a:rPr>
              <a:t>Study digital literacy impact on learning outcomes</a:t>
            </a:r>
            <a:r>
              <a:rPr lang="en-US" dirty="0">
                <a:solidFill>
                  <a:schemeClr val="bg1"/>
                </a:solidFill>
                <a:latin typeface="Arial" panose="020B0604020202020204" pitchFamily="34" charset="0"/>
                <a:ea typeface="Cambria" panose="02040503050406030204" pitchFamily="18" charset="0"/>
                <a:cs typeface="Arial" panose="020B0604020202020204" pitchFamily="34" charset="0"/>
              </a:rPr>
              <a:t>.</a:t>
            </a:r>
            <a:r>
              <a:rPr lang="en-IN" dirty="0">
                <a:solidFill>
                  <a:schemeClr val="bg1"/>
                </a:solidFill>
                <a:latin typeface="Arial" panose="020B0604020202020204" pitchFamily="34" charset="0"/>
                <a:ea typeface="Cambria" panose="02040503050406030204" pitchFamily="18" charset="0"/>
                <a:cs typeface="Arial" panose="020B0604020202020204" pitchFamily="34" charset="0"/>
              </a:rPr>
              <a:t> </a:t>
            </a:r>
            <a:endParaRPr lang="en-US" dirty="0">
              <a:solidFill>
                <a:schemeClr val="bg1"/>
              </a:solidFill>
              <a:latin typeface="Arial" panose="020B0604020202020204" pitchFamily="34" charset="0"/>
              <a:ea typeface="Cambria" panose="02040503050406030204" pitchFamily="18" charset="0"/>
              <a:cs typeface="Arial" panose="020B0604020202020204" pitchFamily="34" charset="0"/>
            </a:endParaRPr>
          </a:p>
          <a:p>
            <a:endParaRPr lang="en-IN" dirty="0"/>
          </a:p>
        </p:txBody>
      </p:sp>
      <p:cxnSp>
        <p:nvCxnSpPr>
          <p:cNvPr id="2" name="Straight Connector 1">
            <a:extLst>
              <a:ext uri="{FF2B5EF4-FFF2-40B4-BE49-F238E27FC236}">
                <a16:creationId xmlns:a16="http://schemas.microsoft.com/office/drawing/2014/main" id="{202CFDD2-59FC-AC1C-F5C5-F656D45C4763}"/>
              </a:ext>
            </a:extLst>
          </p:cNvPr>
          <p:cNvCxnSpPr>
            <a:cxnSpLocks/>
          </p:cNvCxnSpPr>
          <p:nvPr/>
        </p:nvCxnSpPr>
        <p:spPr>
          <a:xfrm>
            <a:off x="6430617" y="268852"/>
            <a:ext cx="110443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06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83F3583-3528-6887-E7EF-B460A927F881}"/>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3172E798-8136-9472-568A-6599E745AAC8}"/>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7094D0A-C359-1D6B-BAED-BB422F5EE190}"/>
              </a:ext>
            </a:extLst>
          </p:cNvPr>
          <p:cNvSpPr/>
          <p:nvPr/>
        </p:nvSpPr>
        <p:spPr>
          <a:xfrm>
            <a:off x="2601710" y="285405"/>
            <a:ext cx="6988581" cy="615553"/>
          </a:xfrm>
          <a:prstGeom prst="rect">
            <a:avLst/>
          </a:prstGeom>
        </p:spPr>
        <p:txBody>
          <a:bodyPr wrap="none" lIns="0" tIns="0" rIns="0" bIns="0">
            <a:spAutoFit/>
          </a:bodyPr>
          <a:lstStyle/>
          <a:p>
            <a:pPr algn="r"/>
            <a:r>
              <a:rPr lang="en-IN" sz="4000" b="1" dirty="0">
                <a:solidFill>
                  <a:srgbClr val="034C53"/>
                </a:solidFill>
              </a:rPr>
              <a:t>DATA CLEANING &amp; PREPARATION</a:t>
            </a:r>
            <a:endParaRPr lang="en-IN" sz="4000" b="1" dirty="0">
              <a:solidFill>
                <a:srgbClr val="034C53"/>
              </a:solidFill>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A1F8BD08-2F5C-5965-C9B3-5B48432C3C7B}"/>
              </a:ext>
            </a:extLst>
          </p:cNvPr>
          <p:cNvCxnSpPr>
            <a:cxnSpLocks/>
          </p:cNvCxnSpPr>
          <p:nvPr/>
        </p:nvCxnSpPr>
        <p:spPr>
          <a:xfrm>
            <a:off x="7709903" y="186440"/>
            <a:ext cx="1847052"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C71564A-4DC5-4DA5-30CB-F9D4D15B463D}"/>
              </a:ext>
            </a:extLst>
          </p:cNvPr>
          <p:cNvSpPr/>
          <p:nvPr/>
        </p:nvSpPr>
        <p:spPr>
          <a:xfrm>
            <a:off x="1433661" y="1103763"/>
            <a:ext cx="9891252" cy="1153930"/>
          </a:xfrm>
          <a:prstGeom prst="rect">
            <a:avLst/>
          </a:prstGeom>
          <a:solidFill>
            <a:schemeClr val="bg1"/>
          </a:solidFill>
          <a:ln w="12700">
            <a:solidFill>
              <a:srgbClr val="007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98CE247-6754-8438-18DA-B627377C29E9}"/>
              </a:ext>
            </a:extLst>
          </p:cNvPr>
          <p:cNvSpPr txBox="1"/>
          <p:nvPr/>
        </p:nvSpPr>
        <p:spPr>
          <a:xfrm>
            <a:off x="1604935" y="1105521"/>
            <a:ext cx="7952021" cy="400110"/>
          </a:xfrm>
          <a:prstGeom prst="rect">
            <a:avLst/>
          </a:prstGeom>
          <a:noFill/>
        </p:spPr>
        <p:txBody>
          <a:bodyPr wrap="square" rtlCol="0">
            <a:spAutoFit/>
          </a:bodyPr>
          <a:lstStyle/>
          <a:p>
            <a:r>
              <a:rPr lang="en-IN" sz="2000" b="1" dirty="0">
                <a:solidFill>
                  <a:srgbClr val="034C53"/>
                </a:solidFill>
              </a:rPr>
              <a:t>Irrelevant Column Removal</a:t>
            </a:r>
          </a:p>
        </p:txBody>
      </p:sp>
      <p:sp>
        <p:nvSpPr>
          <p:cNvPr id="18" name="Rectangle 17">
            <a:extLst>
              <a:ext uri="{FF2B5EF4-FFF2-40B4-BE49-F238E27FC236}">
                <a16:creationId xmlns:a16="http://schemas.microsoft.com/office/drawing/2014/main" id="{57D74DBD-854B-B544-26CE-FAFA90BD7848}"/>
              </a:ext>
            </a:extLst>
          </p:cNvPr>
          <p:cNvSpPr/>
          <p:nvPr/>
        </p:nvSpPr>
        <p:spPr>
          <a:xfrm>
            <a:off x="1446509" y="2397377"/>
            <a:ext cx="9878406" cy="1144226"/>
          </a:xfrm>
          <a:prstGeom prst="rect">
            <a:avLst/>
          </a:prstGeom>
          <a:solidFill>
            <a:schemeClr val="bg1"/>
          </a:solidFill>
          <a:ln w="12700">
            <a:solidFill>
              <a:srgbClr val="007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7F0AF4F-59A6-1430-87A8-4B554C8C911B}"/>
              </a:ext>
            </a:extLst>
          </p:cNvPr>
          <p:cNvSpPr/>
          <p:nvPr/>
        </p:nvSpPr>
        <p:spPr>
          <a:xfrm>
            <a:off x="1433661" y="5018237"/>
            <a:ext cx="9891252" cy="1375811"/>
          </a:xfrm>
          <a:prstGeom prst="rect">
            <a:avLst/>
          </a:prstGeom>
          <a:solidFill>
            <a:schemeClr val="bg1"/>
          </a:solidFill>
          <a:ln w="12700">
            <a:solidFill>
              <a:srgbClr val="007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093C4B8E-C77B-E67E-48CA-28B60E5FFC5E}"/>
              </a:ext>
            </a:extLst>
          </p:cNvPr>
          <p:cNvSpPr txBox="1"/>
          <p:nvPr/>
        </p:nvSpPr>
        <p:spPr>
          <a:xfrm>
            <a:off x="1659010" y="5113707"/>
            <a:ext cx="7669161" cy="400110"/>
          </a:xfrm>
          <a:prstGeom prst="rect">
            <a:avLst/>
          </a:prstGeom>
          <a:noFill/>
        </p:spPr>
        <p:txBody>
          <a:bodyPr wrap="square" rtlCol="0">
            <a:spAutoFit/>
          </a:bodyPr>
          <a:lstStyle/>
          <a:p>
            <a:r>
              <a:rPr lang="en-IN" sz="2000" b="1" dirty="0">
                <a:solidFill>
                  <a:srgbClr val="034C53"/>
                </a:solidFill>
              </a:rPr>
              <a:t>Data Type Conversion</a:t>
            </a:r>
          </a:p>
        </p:txBody>
      </p:sp>
      <p:sp>
        <p:nvSpPr>
          <p:cNvPr id="22" name="TextBox 21">
            <a:extLst>
              <a:ext uri="{FF2B5EF4-FFF2-40B4-BE49-F238E27FC236}">
                <a16:creationId xmlns:a16="http://schemas.microsoft.com/office/drawing/2014/main" id="{E57FE2D8-6BA8-312A-0C66-45C3205E8EE7}"/>
              </a:ext>
            </a:extLst>
          </p:cNvPr>
          <p:cNvSpPr txBox="1"/>
          <p:nvPr/>
        </p:nvSpPr>
        <p:spPr>
          <a:xfrm>
            <a:off x="1632378" y="2406860"/>
            <a:ext cx="7924577" cy="400110"/>
          </a:xfrm>
          <a:prstGeom prst="rect">
            <a:avLst/>
          </a:prstGeom>
          <a:noFill/>
        </p:spPr>
        <p:txBody>
          <a:bodyPr wrap="square" rtlCol="0">
            <a:spAutoFit/>
          </a:bodyPr>
          <a:lstStyle/>
          <a:p>
            <a:r>
              <a:rPr lang="en-IN" sz="2000" b="1" dirty="0">
                <a:solidFill>
                  <a:srgbClr val="034C53"/>
                </a:solidFill>
              </a:rPr>
              <a:t>Duplication Check</a:t>
            </a:r>
          </a:p>
        </p:txBody>
      </p:sp>
      <p:sp>
        <p:nvSpPr>
          <p:cNvPr id="24" name="Rectangle 23">
            <a:extLst>
              <a:ext uri="{FF2B5EF4-FFF2-40B4-BE49-F238E27FC236}">
                <a16:creationId xmlns:a16="http://schemas.microsoft.com/office/drawing/2014/main" id="{53A1B16B-B135-24CC-C614-795CA4F74537}"/>
              </a:ext>
            </a:extLst>
          </p:cNvPr>
          <p:cNvSpPr/>
          <p:nvPr/>
        </p:nvSpPr>
        <p:spPr>
          <a:xfrm>
            <a:off x="1433662" y="3679655"/>
            <a:ext cx="9891252" cy="1283207"/>
          </a:xfrm>
          <a:prstGeom prst="rect">
            <a:avLst/>
          </a:prstGeom>
          <a:solidFill>
            <a:schemeClr val="bg1"/>
          </a:solidFill>
          <a:ln w="12700">
            <a:solidFill>
              <a:srgbClr val="0070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6907195E-BF27-8583-5D66-AF918A7B4524}"/>
              </a:ext>
            </a:extLst>
          </p:cNvPr>
          <p:cNvSpPr txBox="1"/>
          <p:nvPr/>
        </p:nvSpPr>
        <p:spPr>
          <a:xfrm>
            <a:off x="1604936" y="3703851"/>
            <a:ext cx="7829114" cy="400110"/>
          </a:xfrm>
          <a:prstGeom prst="rect">
            <a:avLst/>
          </a:prstGeom>
          <a:noFill/>
        </p:spPr>
        <p:txBody>
          <a:bodyPr wrap="square" rtlCol="0">
            <a:spAutoFit/>
          </a:bodyPr>
          <a:lstStyle/>
          <a:p>
            <a:r>
              <a:rPr lang="en-IN" sz="2000" b="1" dirty="0">
                <a:solidFill>
                  <a:srgbClr val="034C53"/>
                </a:solidFill>
              </a:rPr>
              <a:t>Handling Missing Values</a:t>
            </a:r>
          </a:p>
        </p:txBody>
      </p:sp>
      <p:sp>
        <p:nvSpPr>
          <p:cNvPr id="43" name="TextBox 42">
            <a:extLst>
              <a:ext uri="{FF2B5EF4-FFF2-40B4-BE49-F238E27FC236}">
                <a16:creationId xmlns:a16="http://schemas.microsoft.com/office/drawing/2014/main" id="{0A0728A4-C65B-677D-D382-01DD6A1C11AF}"/>
              </a:ext>
            </a:extLst>
          </p:cNvPr>
          <p:cNvSpPr txBox="1"/>
          <p:nvPr/>
        </p:nvSpPr>
        <p:spPr>
          <a:xfrm>
            <a:off x="1604935" y="2791402"/>
            <a:ext cx="7409856" cy="646331"/>
          </a:xfrm>
          <a:prstGeom prst="rect">
            <a:avLst/>
          </a:prstGeom>
          <a:noFill/>
        </p:spPr>
        <p:txBody>
          <a:bodyPr wrap="square" rtlCol="0">
            <a:spAutoFit/>
          </a:bodyPr>
          <a:lstStyle/>
          <a:p>
            <a:r>
              <a:rPr lang="en-IN" dirty="0"/>
              <a:t>Checked Full Row Duplicates &amp; also duplicates for learner ID, an unique value</a:t>
            </a:r>
          </a:p>
          <a:p>
            <a:r>
              <a:rPr lang="en-US" dirty="0"/>
              <a:t>No duplicate records found</a:t>
            </a:r>
          </a:p>
        </p:txBody>
      </p:sp>
      <p:sp>
        <p:nvSpPr>
          <p:cNvPr id="51" name="TextBox 50">
            <a:extLst>
              <a:ext uri="{FF2B5EF4-FFF2-40B4-BE49-F238E27FC236}">
                <a16:creationId xmlns:a16="http://schemas.microsoft.com/office/drawing/2014/main" id="{6FDC380D-5F4C-D175-1204-98094E1C6CB1}"/>
              </a:ext>
            </a:extLst>
          </p:cNvPr>
          <p:cNvSpPr txBox="1"/>
          <p:nvPr/>
        </p:nvSpPr>
        <p:spPr>
          <a:xfrm>
            <a:off x="1604935" y="1494411"/>
            <a:ext cx="7792068" cy="646331"/>
          </a:xfrm>
          <a:prstGeom prst="rect">
            <a:avLst/>
          </a:prstGeom>
          <a:noFill/>
        </p:spPr>
        <p:txBody>
          <a:bodyPr wrap="square" rtlCol="0">
            <a:spAutoFit/>
          </a:bodyPr>
          <a:lstStyle/>
          <a:p>
            <a:r>
              <a:rPr lang="en-IN" dirty="0"/>
              <a:t>Dropped irrelevant or low-value fields</a:t>
            </a:r>
          </a:p>
          <a:p>
            <a:r>
              <a:rPr lang="en-US" dirty="0"/>
              <a:t>Retained only analysis-critical values</a:t>
            </a:r>
          </a:p>
        </p:txBody>
      </p:sp>
      <p:sp>
        <p:nvSpPr>
          <p:cNvPr id="52" name="TextBox 51">
            <a:extLst>
              <a:ext uri="{FF2B5EF4-FFF2-40B4-BE49-F238E27FC236}">
                <a16:creationId xmlns:a16="http://schemas.microsoft.com/office/drawing/2014/main" id="{ACEA2B8E-65B4-2367-E2B7-C311B71099BB}"/>
              </a:ext>
            </a:extLst>
          </p:cNvPr>
          <p:cNvSpPr txBox="1"/>
          <p:nvPr/>
        </p:nvSpPr>
        <p:spPr>
          <a:xfrm>
            <a:off x="1604935" y="5383974"/>
            <a:ext cx="6954046" cy="1200329"/>
          </a:xfrm>
          <a:prstGeom prst="rect">
            <a:avLst/>
          </a:prstGeom>
          <a:noFill/>
        </p:spPr>
        <p:txBody>
          <a:bodyPr wrap="square" rtlCol="0">
            <a:spAutoFit/>
          </a:bodyPr>
          <a:lstStyle/>
          <a:p>
            <a:r>
              <a:rPr lang="en-US" b="1" dirty="0"/>
              <a:t>Date fields</a:t>
            </a:r>
            <a:r>
              <a:rPr lang="en-US" dirty="0"/>
              <a:t> → converted to datetime</a:t>
            </a:r>
          </a:p>
          <a:p>
            <a:r>
              <a:rPr lang="en-US" b="1" dirty="0"/>
              <a:t>Categorical fields</a:t>
            </a:r>
            <a:r>
              <a:rPr lang="en-US" dirty="0"/>
              <a:t> → converted to category type</a:t>
            </a:r>
          </a:p>
          <a:p>
            <a:r>
              <a:rPr lang="en-US" b="1" dirty="0"/>
              <a:t>Numeric fields</a:t>
            </a:r>
            <a:r>
              <a:rPr lang="en-US" dirty="0"/>
              <a:t> → standardized to integer</a:t>
            </a:r>
          </a:p>
          <a:p>
            <a:endParaRPr lang="en-IN" dirty="0"/>
          </a:p>
        </p:txBody>
      </p:sp>
      <p:graphicFrame>
        <p:nvGraphicFramePr>
          <p:cNvPr id="57" name="Table 56">
            <a:extLst>
              <a:ext uri="{FF2B5EF4-FFF2-40B4-BE49-F238E27FC236}">
                <a16:creationId xmlns:a16="http://schemas.microsoft.com/office/drawing/2014/main" id="{A8895B24-3670-D0C6-CF8A-3F118652AB28}"/>
              </a:ext>
            </a:extLst>
          </p:cNvPr>
          <p:cNvGraphicFramePr>
            <a:graphicFrameLocks noGrp="1"/>
          </p:cNvGraphicFramePr>
          <p:nvPr>
            <p:extLst>
              <p:ext uri="{D42A27DB-BD31-4B8C-83A1-F6EECF244321}">
                <p14:modId xmlns:p14="http://schemas.microsoft.com/office/powerpoint/2010/main" val="3912180747"/>
              </p:ext>
            </p:extLst>
          </p:nvPr>
        </p:nvGraphicFramePr>
        <p:xfrm>
          <a:off x="1632378" y="4059915"/>
          <a:ext cx="8804790" cy="731520"/>
        </p:xfrm>
        <a:graphic>
          <a:graphicData uri="http://schemas.openxmlformats.org/drawingml/2006/table">
            <a:tbl>
              <a:tblPr firstRow="1" bandRow="1">
                <a:tableStyleId>{5940675A-B579-460E-94D1-54222C63F5DA}</a:tableStyleId>
              </a:tblPr>
              <a:tblGrid>
                <a:gridCol w="5445456">
                  <a:extLst>
                    <a:ext uri="{9D8B030D-6E8A-4147-A177-3AD203B41FA5}">
                      <a16:colId xmlns:a16="http://schemas.microsoft.com/office/drawing/2014/main" val="1948849594"/>
                    </a:ext>
                  </a:extLst>
                </a:gridCol>
                <a:gridCol w="3359334">
                  <a:extLst>
                    <a:ext uri="{9D8B030D-6E8A-4147-A177-3AD203B41FA5}">
                      <a16:colId xmlns:a16="http://schemas.microsoft.com/office/drawing/2014/main" val="2017939696"/>
                    </a:ext>
                  </a:extLst>
                </a:gridCol>
              </a:tblGrid>
              <a:tr h="311091">
                <a:tc>
                  <a:txBody>
                    <a:bodyPr/>
                    <a:lstStyle/>
                    <a:p>
                      <a:r>
                        <a:rPr lang="en-IN" dirty="0">
                          <a:latin typeface="+mn-lt"/>
                        </a:rPr>
                        <a:t>Activity Columns (</a:t>
                      </a:r>
                      <a:r>
                        <a:rPr lang="en-IN" dirty="0" err="1">
                          <a:latin typeface="+mn-lt"/>
                        </a:rPr>
                        <a:t>eg</a:t>
                      </a:r>
                      <a:r>
                        <a:rPr lang="en-IN" dirty="0">
                          <a:latin typeface="+mn-lt"/>
                        </a:rPr>
                        <a:t>: forum_posts, peer_review_given)</a:t>
                      </a:r>
                    </a:p>
                  </a:txBody>
                  <a:tcPr>
                    <a:solidFill>
                      <a:srgbClr val="ECF4F1"/>
                    </a:solidFill>
                  </a:tcPr>
                </a:tc>
                <a:tc>
                  <a:txBody>
                    <a:bodyPr/>
                    <a:lstStyle/>
                    <a:p>
                      <a:r>
                        <a:rPr lang="en-IN" dirty="0">
                          <a:latin typeface="+mn-lt"/>
                        </a:rPr>
                        <a:t>Impute with 0</a:t>
                      </a:r>
                    </a:p>
                  </a:txBody>
                  <a:tcPr>
                    <a:solidFill>
                      <a:srgbClr val="ECF4F1"/>
                    </a:solidFill>
                  </a:tcPr>
                </a:tc>
                <a:extLst>
                  <a:ext uri="{0D108BD9-81ED-4DB2-BD59-A6C34878D82A}">
                    <a16:rowId xmlns:a16="http://schemas.microsoft.com/office/drawing/2014/main" val="1682639873"/>
                  </a:ext>
                </a:extLst>
              </a:tr>
              <a:tr h="3364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mn-lt"/>
                        </a:rPr>
                        <a:t>Performance Column (</a:t>
                      </a:r>
                      <a:r>
                        <a:rPr lang="en-IN" sz="1800" b="0" kern="1200" dirty="0">
                          <a:solidFill>
                            <a:schemeClr val="tx1"/>
                          </a:solidFill>
                          <a:effectLst/>
                          <a:latin typeface="+mn-lt"/>
                        </a:rPr>
                        <a:t>learning_efficiency_score)</a:t>
                      </a:r>
                      <a:endParaRPr lang="en-IN" sz="1800" b="0" kern="1200" dirty="0">
                        <a:solidFill>
                          <a:schemeClr val="tx1"/>
                        </a:solidFill>
                        <a:effectLst/>
                        <a:latin typeface="+mn-lt"/>
                        <a:ea typeface="+mn-ea"/>
                        <a:cs typeface="+mn-cs"/>
                      </a:endParaRPr>
                    </a:p>
                  </a:txBody>
                  <a:tcPr>
                    <a:solidFill>
                      <a:srgbClr val="ECF4F1"/>
                    </a:solidFill>
                  </a:tcPr>
                </a:tc>
                <a:tc>
                  <a:txBody>
                    <a:bodyPr/>
                    <a:lstStyle/>
                    <a:p>
                      <a:r>
                        <a:rPr lang="en-IN" dirty="0">
                          <a:latin typeface="+mn-lt"/>
                        </a:rPr>
                        <a:t>Median imputation</a:t>
                      </a:r>
                    </a:p>
                  </a:txBody>
                  <a:tcPr>
                    <a:solidFill>
                      <a:srgbClr val="ECF4F1"/>
                    </a:solidFill>
                  </a:tcPr>
                </a:tc>
                <a:extLst>
                  <a:ext uri="{0D108BD9-81ED-4DB2-BD59-A6C34878D82A}">
                    <a16:rowId xmlns:a16="http://schemas.microsoft.com/office/drawing/2014/main" val="1964049161"/>
                  </a:ext>
                </a:extLst>
              </a:tr>
            </a:tbl>
          </a:graphicData>
        </a:graphic>
      </p:graphicFrame>
      <p:sp>
        <p:nvSpPr>
          <p:cNvPr id="2" name="Oval 1">
            <a:extLst>
              <a:ext uri="{FF2B5EF4-FFF2-40B4-BE49-F238E27FC236}">
                <a16:creationId xmlns:a16="http://schemas.microsoft.com/office/drawing/2014/main" id="{68AAEC18-4A93-CE2D-F049-9FA6EBE4B983}"/>
              </a:ext>
            </a:extLst>
          </p:cNvPr>
          <p:cNvSpPr/>
          <p:nvPr/>
        </p:nvSpPr>
        <p:spPr>
          <a:xfrm>
            <a:off x="737263" y="1156432"/>
            <a:ext cx="835838" cy="852510"/>
          </a:xfrm>
          <a:prstGeom prst="ellipse">
            <a:avLst/>
          </a:prstGeom>
          <a:solidFill>
            <a:srgbClr val="007074"/>
          </a:solidFill>
          <a:ln w="9525" cap="flat">
            <a:noFill/>
            <a:prstDash val="solid"/>
            <a:miter/>
          </a:ln>
        </p:spPr>
        <p:txBody>
          <a:bodyPr rtlCol="0" anchor="ctr"/>
          <a:lstStyle/>
          <a:p>
            <a:endParaRPr lang="en-US" dirty="0">
              <a:solidFill>
                <a:schemeClr val="tx1"/>
              </a:solidFill>
            </a:endParaRPr>
          </a:p>
        </p:txBody>
      </p:sp>
      <p:sp>
        <p:nvSpPr>
          <p:cNvPr id="7" name="Oval 6">
            <a:extLst>
              <a:ext uri="{FF2B5EF4-FFF2-40B4-BE49-F238E27FC236}">
                <a16:creationId xmlns:a16="http://schemas.microsoft.com/office/drawing/2014/main" id="{B3D02247-CA8A-119A-7705-0BDCB799EFFF}"/>
              </a:ext>
            </a:extLst>
          </p:cNvPr>
          <p:cNvSpPr/>
          <p:nvPr/>
        </p:nvSpPr>
        <p:spPr>
          <a:xfrm>
            <a:off x="835582" y="1259521"/>
            <a:ext cx="658633" cy="646331"/>
          </a:xfrm>
          <a:prstGeom prst="ellipse">
            <a:avLst/>
          </a:prstGeom>
          <a:solidFill>
            <a:schemeClr val="bg1"/>
          </a:solidFill>
          <a:ln w="9525" cap="flat">
            <a:noFill/>
            <a:prstDash val="solid"/>
            <a:miter/>
          </a:ln>
        </p:spPr>
        <p:txBody>
          <a:bodyPr rtlCol="0" anchor="ctr"/>
          <a:lstStyle/>
          <a:p>
            <a:endParaRPr lang="en-US" dirty="0">
              <a:solidFill>
                <a:schemeClr val="tx1"/>
              </a:solidFill>
            </a:endParaRPr>
          </a:p>
        </p:txBody>
      </p:sp>
      <p:sp>
        <p:nvSpPr>
          <p:cNvPr id="8" name="Oval 7">
            <a:extLst>
              <a:ext uri="{FF2B5EF4-FFF2-40B4-BE49-F238E27FC236}">
                <a16:creationId xmlns:a16="http://schemas.microsoft.com/office/drawing/2014/main" id="{56A4FEB5-4BCB-3760-56D1-1E61C371634F}"/>
              </a:ext>
            </a:extLst>
          </p:cNvPr>
          <p:cNvSpPr/>
          <p:nvPr/>
        </p:nvSpPr>
        <p:spPr>
          <a:xfrm>
            <a:off x="731992" y="2405850"/>
            <a:ext cx="835838" cy="852510"/>
          </a:xfrm>
          <a:prstGeom prst="ellipse">
            <a:avLst/>
          </a:prstGeom>
          <a:solidFill>
            <a:srgbClr val="007074"/>
          </a:solidFill>
          <a:ln w="9525" cap="flat">
            <a:noFill/>
            <a:prstDash val="solid"/>
            <a:miter/>
          </a:ln>
        </p:spPr>
        <p:txBody>
          <a:bodyPr rtlCol="0" anchor="ctr"/>
          <a:lstStyle/>
          <a:p>
            <a:endParaRPr lang="en-US" dirty="0">
              <a:solidFill>
                <a:schemeClr val="tx1"/>
              </a:solidFill>
            </a:endParaRPr>
          </a:p>
        </p:txBody>
      </p:sp>
      <p:sp>
        <p:nvSpPr>
          <p:cNvPr id="10" name="Oval 9">
            <a:extLst>
              <a:ext uri="{FF2B5EF4-FFF2-40B4-BE49-F238E27FC236}">
                <a16:creationId xmlns:a16="http://schemas.microsoft.com/office/drawing/2014/main" id="{72B3E409-A1B3-19EF-0A04-2FF8053DDB6D}"/>
              </a:ext>
            </a:extLst>
          </p:cNvPr>
          <p:cNvSpPr/>
          <p:nvPr/>
        </p:nvSpPr>
        <p:spPr>
          <a:xfrm>
            <a:off x="831462" y="2504223"/>
            <a:ext cx="658633" cy="646331"/>
          </a:xfrm>
          <a:prstGeom prst="ellipse">
            <a:avLst/>
          </a:prstGeom>
          <a:solidFill>
            <a:schemeClr val="bg1"/>
          </a:solidFill>
          <a:ln w="9525" cap="flat">
            <a:noFill/>
            <a:prstDash val="solid"/>
            <a:miter/>
          </a:ln>
        </p:spPr>
        <p:txBody>
          <a:bodyPr rtlCol="0" anchor="ctr"/>
          <a:lstStyle/>
          <a:p>
            <a:endParaRPr lang="en-US" dirty="0">
              <a:solidFill>
                <a:schemeClr val="tx1"/>
              </a:solidFill>
            </a:endParaRPr>
          </a:p>
        </p:txBody>
      </p:sp>
      <p:sp>
        <p:nvSpPr>
          <p:cNvPr id="11" name="Oval 10">
            <a:extLst>
              <a:ext uri="{FF2B5EF4-FFF2-40B4-BE49-F238E27FC236}">
                <a16:creationId xmlns:a16="http://schemas.microsoft.com/office/drawing/2014/main" id="{55E81AA2-6DD1-85B6-ECAB-4840332F731B}"/>
              </a:ext>
            </a:extLst>
          </p:cNvPr>
          <p:cNvSpPr/>
          <p:nvPr/>
        </p:nvSpPr>
        <p:spPr>
          <a:xfrm>
            <a:off x="728319" y="3803061"/>
            <a:ext cx="835838" cy="852510"/>
          </a:xfrm>
          <a:prstGeom prst="ellipse">
            <a:avLst/>
          </a:prstGeom>
          <a:solidFill>
            <a:srgbClr val="007074"/>
          </a:solidFill>
          <a:ln w="9525" cap="flat">
            <a:noFill/>
            <a:prstDash val="solid"/>
            <a:miter/>
          </a:ln>
        </p:spPr>
        <p:txBody>
          <a:bodyPr rtlCol="0" anchor="ctr"/>
          <a:lstStyle/>
          <a:p>
            <a:endParaRPr lang="en-US" dirty="0">
              <a:solidFill>
                <a:schemeClr val="tx1"/>
              </a:solidFill>
            </a:endParaRPr>
          </a:p>
        </p:txBody>
      </p:sp>
      <p:sp>
        <p:nvSpPr>
          <p:cNvPr id="12" name="Oval 11">
            <a:extLst>
              <a:ext uri="{FF2B5EF4-FFF2-40B4-BE49-F238E27FC236}">
                <a16:creationId xmlns:a16="http://schemas.microsoft.com/office/drawing/2014/main" id="{F8A36A29-C2DC-F0E3-44F9-9B1A81D3BA50}"/>
              </a:ext>
            </a:extLst>
          </p:cNvPr>
          <p:cNvSpPr/>
          <p:nvPr/>
        </p:nvSpPr>
        <p:spPr>
          <a:xfrm>
            <a:off x="816434" y="3912825"/>
            <a:ext cx="658633" cy="646331"/>
          </a:xfrm>
          <a:prstGeom prst="ellipse">
            <a:avLst/>
          </a:prstGeom>
          <a:solidFill>
            <a:schemeClr val="bg1"/>
          </a:solidFill>
          <a:ln w="9525" cap="flat">
            <a:noFill/>
            <a:prstDash val="solid"/>
            <a:miter/>
          </a:ln>
        </p:spPr>
        <p:txBody>
          <a:bodyPr rtlCol="0" anchor="ctr"/>
          <a:lstStyle/>
          <a:p>
            <a:endParaRPr lang="en-US" dirty="0">
              <a:solidFill>
                <a:schemeClr val="tx1"/>
              </a:solidFill>
            </a:endParaRPr>
          </a:p>
        </p:txBody>
      </p:sp>
      <p:pic>
        <p:nvPicPr>
          <p:cNvPr id="40" name="Picture 39">
            <a:extLst>
              <a:ext uri="{FF2B5EF4-FFF2-40B4-BE49-F238E27FC236}">
                <a16:creationId xmlns:a16="http://schemas.microsoft.com/office/drawing/2014/main" id="{D560558F-014E-CDDB-A05E-2E1EEF81A7F2}"/>
              </a:ext>
            </a:extLst>
          </p:cNvPr>
          <p:cNvPicPr>
            <a:picLocks noChangeAspect="1"/>
          </p:cNvPicPr>
          <p:nvPr/>
        </p:nvPicPr>
        <p:blipFill>
          <a:blip r:embed="rId3"/>
          <a:stretch>
            <a:fillRect/>
          </a:stretch>
        </p:blipFill>
        <p:spPr>
          <a:xfrm>
            <a:off x="910282" y="4046245"/>
            <a:ext cx="468781" cy="379489"/>
          </a:xfrm>
          <a:prstGeom prst="rect">
            <a:avLst/>
          </a:prstGeom>
        </p:spPr>
      </p:pic>
      <p:sp>
        <p:nvSpPr>
          <p:cNvPr id="13" name="Oval 12">
            <a:extLst>
              <a:ext uri="{FF2B5EF4-FFF2-40B4-BE49-F238E27FC236}">
                <a16:creationId xmlns:a16="http://schemas.microsoft.com/office/drawing/2014/main" id="{F388AE6F-45ED-6574-3DDE-339FE7C2502B}"/>
              </a:ext>
            </a:extLst>
          </p:cNvPr>
          <p:cNvSpPr/>
          <p:nvPr/>
        </p:nvSpPr>
        <p:spPr>
          <a:xfrm>
            <a:off x="728319" y="5210411"/>
            <a:ext cx="835838" cy="852510"/>
          </a:xfrm>
          <a:prstGeom prst="ellipse">
            <a:avLst/>
          </a:prstGeom>
          <a:solidFill>
            <a:srgbClr val="007074"/>
          </a:solidFill>
          <a:ln w="9525" cap="flat">
            <a:noFill/>
            <a:prstDash val="solid"/>
            <a:miter/>
          </a:ln>
        </p:spPr>
        <p:txBody>
          <a:bodyPr rtlCol="0" anchor="ctr"/>
          <a:lstStyle/>
          <a:p>
            <a:endParaRPr lang="en-US" dirty="0">
              <a:solidFill>
                <a:schemeClr val="tx1"/>
              </a:solidFill>
            </a:endParaRPr>
          </a:p>
        </p:txBody>
      </p:sp>
      <p:sp>
        <p:nvSpPr>
          <p:cNvPr id="14" name="Oval 13">
            <a:extLst>
              <a:ext uri="{FF2B5EF4-FFF2-40B4-BE49-F238E27FC236}">
                <a16:creationId xmlns:a16="http://schemas.microsoft.com/office/drawing/2014/main" id="{70D39785-E872-7F31-1BBF-CB5A38E95B52}"/>
              </a:ext>
            </a:extLst>
          </p:cNvPr>
          <p:cNvSpPr/>
          <p:nvPr/>
        </p:nvSpPr>
        <p:spPr>
          <a:xfrm>
            <a:off x="815355" y="5313500"/>
            <a:ext cx="658633" cy="646331"/>
          </a:xfrm>
          <a:prstGeom prst="ellipse">
            <a:avLst/>
          </a:prstGeom>
          <a:solidFill>
            <a:schemeClr val="bg1"/>
          </a:solidFill>
          <a:ln w="9525" cap="flat">
            <a:noFill/>
            <a:prstDash val="solid"/>
            <a:miter/>
          </a:ln>
        </p:spPr>
        <p:txBody>
          <a:bodyPr rtlCol="0" anchor="ctr"/>
          <a:lstStyle/>
          <a:p>
            <a:endParaRPr lang="en-US" dirty="0">
              <a:solidFill>
                <a:schemeClr val="tx1"/>
              </a:solidFill>
            </a:endParaRPr>
          </a:p>
        </p:txBody>
      </p:sp>
      <p:pic>
        <p:nvPicPr>
          <p:cNvPr id="38" name="Picture 37">
            <a:extLst>
              <a:ext uri="{FF2B5EF4-FFF2-40B4-BE49-F238E27FC236}">
                <a16:creationId xmlns:a16="http://schemas.microsoft.com/office/drawing/2014/main" id="{80708C90-F6E0-63EB-6A41-0FE11209F6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713" y="5389621"/>
            <a:ext cx="451349" cy="451349"/>
          </a:xfrm>
          <a:prstGeom prst="rect">
            <a:avLst/>
          </a:prstGeom>
        </p:spPr>
      </p:pic>
      <p:pic>
        <p:nvPicPr>
          <p:cNvPr id="16" name="Picture 15">
            <a:extLst>
              <a:ext uri="{FF2B5EF4-FFF2-40B4-BE49-F238E27FC236}">
                <a16:creationId xmlns:a16="http://schemas.microsoft.com/office/drawing/2014/main" id="{284CE219-C3CF-E96F-B54F-E1C69AC00A3A}"/>
              </a:ext>
            </a:extLst>
          </p:cNvPr>
          <p:cNvPicPr>
            <a:picLocks noChangeAspect="1"/>
          </p:cNvPicPr>
          <p:nvPr/>
        </p:nvPicPr>
        <p:blipFill>
          <a:blip r:embed="rId5"/>
          <a:stretch>
            <a:fillRect/>
          </a:stretch>
        </p:blipFill>
        <p:spPr>
          <a:xfrm>
            <a:off x="960282" y="1461105"/>
            <a:ext cx="394493" cy="389905"/>
          </a:xfrm>
          <a:prstGeom prst="rect">
            <a:avLst/>
          </a:prstGeom>
        </p:spPr>
      </p:pic>
      <p:pic>
        <p:nvPicPr>
          <p:cNvPr id="23" name="Picture 22" descr="Duplicate icon | Premium Vector">
            <a:extLst>
              <a:ext uri="{FF2B5EF4-FFF2-40B4-BE49-F238E27FC236}">
                <a16:creationId xmlns:a16="http://schemas.microsoft.com/office/drawing/2014/main" id="{272AB8B9-E9C3-31D0-F1B1-706EF18D2B56}"/>
              </a:ext>
            </a:extLst>
          </p:cNvPr>
          <p:cNvPicPr>
            <a:picLocks noChangeAspect="1"/>
          </p:cNvPicPr>
          <p:nvPr/>
        </p:nvPicPr>
        <p:blipFill>
          <a:blip r:embed="rId6"/>
          <a:stretch>
            <a:fillRect/>
          </a:stretch>
        </p:blipFill>
        <p:spPr>
          <a:xfrm flipV="1">
            <a:off x="927713" y="2580242"/>
            <a:ext cx="453456" cy="453456"/>
          </a:xfrm>
          <a:prstGeom prst="rect">
            <a:avLst/>
          </a:prstGeom>
        </p:spPr>
      </p:pic>
    </p:spTree>
    <p:extLst>
      <p:ext uri="{BB962C8B-B14F-4D97-AF65-F5344CB8AC3E}">
        <p14:creationId xmlns:p14="http://schemas.microsoft.com/office/powerpoint/2010/main" val="244525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F118ED-2C9A-1A83-4336-7BFF7BCFA60A}"/>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03E43C9-C385-2BA3-6CCE-82F885647D1D}"/>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99D2C37-BB10-F845-2BDF-E4926439D928}"/>
              </a:ext>
            </a:extLst>
          </p:cNvPr>
          <p:cNvSpPr txBox="1"/>
          <p:nvPr/>
        </p:nvSpPr>
        <p:spPr>
          <a:xfrm>
            <a:off x="1366360" y="5762080"/>
            <a:ext cx="7200000" cy="646331"/>
          </a:xfrm>
          <a:prstGeom prst="rect">
            <a:avLst/>
          </a:prstGeom>
          <a:noFill/>
        </p:spPr>
        <p:txBody>
          <a:bodyPr wrap="square">
            <a:spAutoFit/>
          </a:bodyPr>
          <a:lstStyle/>
          <a:p>
            <a:pPr algn="just"/>
            <a:r>
              <a:rPr lang="en-US" dirty="0"/>
              <a:t>This histogram was created using Pandas for data prep and Seaborn’s histplot with 20 bins and a KDE curve to show the age distribution.</a:t>
            </a:r>
            <a:endParaRPr lang="en-IN" dirty="0"/>
          </a:p>
        </p:txBody>
      </p:sp>
      <p:sp>
        <p:nvSpPr>
          <p:cNvPr id="12" name="TextBox 11">
            <a:extLst>
              <a:ext uri="{FF2B5EF4-FFF2-40B4-BE49-F238E27FC236}">
                <a16:creationId xmlns:a16="http://schemas.microsoft.com/office/drawing/2014/main" id="{A7B6C592-05D8-50FE-B820-650226D2855B}"/>
              </a:ext>
            </a:extLst>
          </p:cNvPr>
          <p:cNvSpPr txBox="1"/>
          <p:nvPr/>
        </p:nvSpPr>
        <p:spPr>
          <a:xfrm>
            <a:off x="8741808" y="2274838"/>
            <a:ext cx="2880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Most learners are young adults (18–32) </a:t>
            </a:r>
          </a:p>
          <a:p>
            <a:pPr marL="285750" indent="-285750" algn="just">
              <a:buFont typeface="Arial" panose="020B0604020202020204" pitchFamily="34" charset="0"/>
              <a:buChar char="•"/>
            </a:pPr>
            <a:r>
              <a:rPr lang="en-US" dirty="0"/>
              <a:t>Peak participation in the mid‑20s. </a:t>
            </a:r>
          </a:p>
          <a:p>
            <a:pPr marL="285750" indent="-285750" algn="just">
              <a:buFont typeface="Arial" panose="020B0604020202020204" pitchFamily="34" charset="0"/>
              <a:buChar char="•"/>
            </a:pPr>
            <a:r>
              <a:rPr lang="en-IN" dirty="0"/>
              <a:t>Decline in participation as age increases. </a:t>
            </a:r>
          </a:p>
          <a:p>
            <a:pPr marL="285750" indent="-285750" algn="just">
              <a:buFont typeface="Arial" panose="020B0604020202020204" pitchFamily="34" charset="0"/>
              <a:buChar char="•"/>
            </a:pPr>
            <a:r>
              <a:rPr lang="en-IN" dirty="0"/>
              <a:t>Very few learners are above 40</a:t>
            </a:r>
          </a:p>
        </p:txBody>
      </p:sp>
      <p:pic>
        <p:nvPicPr>
          <p:cNvPr id="14" name="Picture 13">
            <a:extLst>
              <a:ext uri="{FF2B5EF4-FFF2-40B4-BE49-F238E27FC236}">
                <a16:creationId xmlns:a16="http://schemas.microsoft.com/office/drawing/2014/main" id="{60B5C0FF-42D8-0E8D-E620-DAD761C15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96" y="1036192"/>
            <a:ext cx="7456062" cy="4572000"/>
          </a:xfrm>
          <a:prstGeom prst="rect">
            <a:avLst/>
          </a:prstGeom>
        </p:spPr>
      </p:pic>
      <p:cxnSp>
        <p:nvCxnSpPr>
          <p:cNvPr id="8" name="Straight Connector 7">
            <a:extLst>
              <a:ext uri="{FF2B5EF4-FFF2-40B4-BE49-F238E27FC236}">
                <a16:creationId xmlns:a16="http://schemas.microsoft.com/office/drawing/2014/main" id="{320C3E8B-A764-4F66-2FB6-D5941BA90B0B}"/>
              </a:ext>
            </a:extLst>
          </p:cNvPr>
          <p:cNvCxnSpPr>
            <a:cxnSpLocks/>
          </p:cNvCxnSpPr>
          <p:nvPr/>
        </p:nvCxnSpPr>
        <p:spPr>
          <a:xfrm>
            <a:off x="773006" y="129751"/>
            <a:ext cx="268164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0A7586B-77D7-1228-33CF-B52B65513A23}"/>
              </a:ext>
            </a:extLst>
          </p:cNvPr>
          <p:cNvSpPr txBox="1"/>
          <p:nvPr/>
        </p:nvSpPr>
        <p:spPr>
          <a:xfrm>
            <a:off x="405823" y="213640"/>
            <a:ext cx="6780168" cy="400110"/>
          </a:xfrm>
          <a:prstGeom prst="rect">
            <a:avLst/>
          </a:prstGeom>
          <a:noFill/>
        </p:spPr>
        <p:txBody>
          <a:bodyPr wrap="square">
            <a:spAutoFit/>
          </a:bodyPr>
          <a:lstStyle/>
          <a:p>
            <a:pPr algn="ctr"/>
            <a:r>
              <a:rPr lang="en-US" sz="2000" b="1" dirty="0"/>
              <a:t>   Demographic Patterns in Educational Technology Adoption </a:t>
            </a:r>
          </a:p>
        </p:txBody>
      </p:sp>
    </p:spTree>
    <p:extLst>
      <p:ext uri="{BB962C8B-B14F-4D97-AF65-F5344CB8AC3E}">
        <p14:creationId xmlns:p14="http://schemas.microsoft.com/office/powerpoint/2010/main" val="274856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21E9-E735-4829-9565-48829F8655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3BB280-A3A5-47B2-9BA9-FD8097FA387F}"/>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71DAF16-4586-8CDF-239A-F47807AEC225}"/>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FFDB9B6-6362-420E-D433-755C4979C14E}"/>
              </a:ext>
            </a:extLst>
          </p:cNvPr>
          <p:cNvSpPr txBox="1"/>
          <p:nvPr/>
        </p:nvSpPr>
        <p:spPr>
          <a:xfrm>
            <a:off x="1335123" y="5975696"/>
            <a:ext cx="7200000" cy="646331"/>
          </a:xfrm>
          <a:prstGeom prst="rect">
            <a:avLst/>
          </a:prstGeom>
          <a:noFill/>
        </p:spPr>
        <p:txBody>
          <a:bodyPr wrap="square">
            <a:spAutoFit/>
          </a:bodyPr>
          <a:lstStyle/>
          <a:p>
            <a:pPr algn="just"/>
            <a:r>
              <a:rPr lang="en-US" dirty="0"/>
              <a:t>This donut chart was created using Pandas for data aggregation and Plotly for interactive visualization and chart customization.</a:t>
            </a:r>
            <a:endParaRPr lang="en-IN" dirty="0"/>
          </a:p>
        </p:txBody>
      </p:sp>
      <p:sp>
        <p:nvSpPr>
          <p:cNvPr id="12" name="TextBox 11">
            <a:extLst>
              <a:ext uri="{FF2B5EF4-FFF2-40B4-BE49-F238E27FC236}">
                <a16:creationId xmlns:a16="http://schemas.microsoft.com/office/drawing/2014/main" id="{0000B187-B15E-2EF3-1C50-4059C28C30B3}"/>
              </a:ext>
            </a:extLst>
          </p:cNvPr>
          <p:cNvSpPr txBox="1"/>
          <p:nvPr/>
        </p:nvSpPr>
        <p:spPr>
          <a:xfrm>
            <a:off x="8855667" y="2551837"/>
            <a:ext cx="2880000"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t>Nearly Equal Male and Female Participation</a:t>
            </a:r>
          </a:p>
          <a:p>
            <a:pPr marL="285750" indent="-285750" algn="just">
              <a:buFont typeface="Arial" panose="020B0604020202020204" pitchFamily="34" charset="0"/>
              <a:buChar char="•"/>
            </a:pPr>
            <a:r>
              <a:rPr lang="en-US" dirty="0"/>
              <a:t>Non‑binary learners (and those who prefer not to disclose) form small but important segments, </a:t>
            </a:r>
          </a:p>
        </p:txBody>
      </p:sp>
      <p:pic>
        <p:nvPicPr>
          <p:cNvPr id="10" name="Picture 9">
            <a:extLst>
              <a:ext uri="{FF2B5EF4-FFF2-40B4-BE49-F238E27FC236}">
                <a16:creationId xmlns:a16="http://schemas.microsoft.com/office/drawing/2014/main" id="{B7A31992-57E6-B31B-D6AC-98A40EB73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805" y="1010378"/>
            <a:ext cx="7200000" cy="4800000"/>
          </a:xfrm>
          <a:prstGeom prst="rect">
            <a:avLst/>
          </a:prstGeom>
        </p:spPr>
      </p:pic>
      <p:sp>
        <p:nvSpPr>
          <p:cNvPr id="13" name="TextBox 12">
            <a:extLst>
              <a:ext uri="{FF2B5EF4-FFF2-40B4-BE49-F238E27FC236}">
                <a16:creationId xmlns:a16="http://schemas.microsoft.com/office/drawing/2014/main" id="{7BBFDCD2-5400-2EA0-0DAD-C9978BF94FB7}"/>
              </a:ext>
            </a:extLst>
          </p:cNvPr>
          <p:cNvSpPr txBox="1"/>
          <p:nvPr/>
        </p:nvSpPr>
        <p:spPr>
          <a:xfrm>
            <a:off x="586382" y="195470"/>
            <a:ext cx="6472857" cy="400110"/>
          </a:xfrm>
          <a:prstGeom prst="rect">
            <a:avLst/>
          </a:prstGeom>
          <a:noFill/>
        </p:spPr>
        <p:txBody>
          <a:bodyPr wrap="square">
            <a:spAutoFit/>
          </a:bodyPr>
          <a:lstStyle/>
          <a:p>
            <a:pPr algn="ctr"/>
            <a:r>
              <a:rPr lang="en-US" sz="2000" b="1" dirty="0"/>
              <a:t>Demographic Patterns in Educational Technology Adoption </a:t>
            </a:r>
          </a:p>
        </p:txBody>
      </p:sp>
      <p:cxnSp>
        <p:nvCxnSpPr>
          <p:cNvPr id="15" name="Straight Connector 14">
            <a:extLst>
              <a:ext uri="{FF2B5EF4-FFF2-40B4-BE49-F238E27FC236}">
                <a16:creationId xmlns:a16="http://schemas.microsoft.com/office/drawing/2014/main" id="{48241201-29F8-8D9D-A926-5E1E99DC4DF5}"/>
              </a:ext>
            </a:extLst>
          </p:cNvPr>
          <p:cNvCxnSpPr>
            <a:cxnSpLocks/>
          </p:cNvCxnSpPr>
          <p:nvPr/>
        </p:nvCxnSpPr>
        <p:spPr>
          <a:xfrm>
            <a:off x="791816" y="195470"/>
            <a:ext cx="268164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189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09E8A-FDB9-92DE-A8C5-2304B5E958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13012E-63B3-6EF2-40A2-B352C75DDC46}"/>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B076DBF-536F-DD51-6003-E72FEAC9E504}"/>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F290F31-B360-6A36-7900-3223587D6FC7}"/>
              </a:ext>
            </a:extLst>
          </p:cNvPr>
          <p:cNvSpPr txBox="1"/>
          <p:nvPr/>
        </p:nvSpPr>
        <p:spPr>
          <a:xfrm>
            <a:off x="1264936" y="5673212"/>
            <a:ext cx="7200000" cy="923330"/>
          </a:xfrm>
          <a:prstGeom prst="rect">
            <a:avLst/>
          </a:prstGeom>
          <a:noFill/>
        </p:spPr>
        <p:txBody>
          <a:bodyPr wrap="square">
            <a:spAutoFit/>
          </a:bodyPr>
          <a:lstStyle/>
          <a:p>
            <a:pPr algn="just"/>
            <a:r>
              <a:rPr lang="en-IN" dirty="0"/>
              <a:t>This bar chart shows the top 10 countries with the highest number of learners, using Pandas to count country frequencies and Matplotlib to visualize the comparison.</a:t>
            </a:r>
          </a:p>
        </p:txBody>
      </p:sp>
      <p:sp>
        <p:nvSpPr>
          <p:cNvPr id="12" name="TextBox 11">
            <a:extLst>
              <a:ext uri="{FF2B5EF4-FFF2-40B4-BE49-F238E27FC236}">
                <a16:creationId xmlns:a16="http://schemas.microsoft.com/office/drawing/2014/main" id="{9785061A-EA2F-95AB-F255-B4FA31A97CFB}"/>
              </a:ext>
            </a:extLst>
          </p:cNvPr>
          <p:cNvSpPr txBox="1"/>
          <p:nvPr/>
        </p:nvSpPr>
        <p:spPr>
          <a:xfrm>
            <a:off x="8940135" y="2551837"/>
            <a:ext cx="2880000"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US contributes the largest no.  of learners</a:t>
            </a:r>
          </a:p>
          <a:p>
            <a:pPr marL="285750" indent="-285750" algn="just">
              <a:buFont typeface="Arial" panose="020B0604020202020204" pitchFamily="34" charset="0"/>
              <a:buChar char="•"/>
            </a:pPr>
            <a:r>
              <a:rPr lang="en-US" dirty="0"/>
              <a:t>India follows </a:t>
            </a:r>
          </a:p>
          <a:p>
            <a:pPr marL="285750" indent="-285750" algn="just">
              <a:buFont typeface="Arial" panose="020B0604020202020204" pitchFamily="34" charset="0"/>
              <a:buChar char="•"/>
            </a:pPr>
            <a:r>
              <a:rPr lang="en-US" dirty="0"/>
              <a:t>After the top 2–3 countries, learner counts reduce significantly.</a:t>
            </a:r>
          </a:p>
        </p:txBody>
      </p:sp>
      <p:pic>
        <p:nvPicPr>
          <p:cNvPr id="10" name="Picture 9">
            <a:extLst>
              <a:ext uri="{FF2B5EF4-FFF2-40B4-BE49-F238E27FC236}">
                <a16:creationId xmlns:a16="http://schemas.microsoft.com/office/drawing/2014/main" id="{BDB066B7-531A-C548-8AA1-D18D5B10F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668" y="806884"/>
            <a:ext cx="7090536" cy="4866328"/>
          </a:xfrm>
          <a:prstGeom prst="rect">
            <a:avLst/>
          </a:prstGeom>
        </p:spPr>
      </p:pic>
      <p:sp>
        <p:nvSpPr>
          <p:cNvPr id="9" name="TextBox 8">
            <a:extLst>
              <a:ext uri="{FF2B5EF4-FFF2-40B4-BE49-F238E27FC236}">
                <a16:creationId xmlns:a16="http://schemas.microsoft.com/office/drawing/2014/main" id="{1CA928D4-1CA1-3984-D56B-9BACFBA43BA6}"/>
              </a:ext>
            </a:extLst>
          </p:cNvPr>
          <p:cNvSpPr txBox="1"/>
          <p:nvPr/>
        </p:nvSpPr>
        <p:spPr>
          <a:xfrm>
            <a:off x="702365" y="237338"/>
            <a:ext cx="6533322" cy="400110"/>
          </a:xfrm>
          <a:prstGeom prst="rect">
            <a:avLst/>
          </a:prstGeom>
          <a:noFill/>
        </p:spPr>
        <p:txBody>
          <a:bodyPr wrap="square">
            <a:spAutoFit/>
          </a:bodyPr>
          <a:lstStyle/>
          <a:p>
            <a:pPr algn="ctr"/>
            <a:r>
              <a:rPr lang="en-US" sz="2000" b="1" dirty="0"/>
              <a:t>Demographic Patterns in Educational Technology Adoption </a:t>
            </a:r>
          </a:p>
        </p:txBody>
      </p:sp>
      <p:cxnSp>
        <p:nvCxnSpPr>
          <p:cNvPr id="13" name="Straight Connector 12">
            <a:extLst>
              <a:ext uri="{FF2B5EF4-FFF2-40B4-BE49-F238E27FC236}">
                <a16:creationId xmlns:a16="http://schemas.microsoft.com/office/drawing/2014/main" id="{AA7D08EB-8367-43E4-33C0-933A91C01EF0}"/>
              </a:ext>
            </a:extLst>
          </p:cNvPr>
          <p:cNvCxnSpPr>
            <a:cxnSpLocks/>
          </p:cNvCxnSpPr>
          <p:nvPr/>
        </p:nvCxnSpPr>
        <p:spPr>
          <a:xfrm>
            <a:off x="902214" y="180781"/>
            <a:ext cx="268164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565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E099-B4D4-CD8F-C0C4-107EEA0F2F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D6DC19-9AF6-179D-10D1-7B1BC4CAB76D}"/>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82629A2-68B6-F5D0-857D-E1CD07FBADDD}"/>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40B1723-4792-C165-1794-66A45E1A38CA}"/>
              </a:ext>
            </a:extLst>
          </p:cNvPr>
          <p:cNvSpPr txBox="1"/>
          <p:nvPr/>
        </p:nvSpPr>
        <p:spPr>
          <a:xfrm>
            <a:off x="1216617" y="5591464"/>
            <a:ext cx="7200000" cy="936000"/>
          </a:xfrm>
          <a:prstGeom prst="rect">
            <a:avLst/>
          </a:prstGeom>
          <a:noFill/>
        </p:spPr>
        <p:txBody>
          <a:bodyPr wrap="square">
            <a:spAutoFit/>
          </a:bodyPr>
          <a:lstStyle/>
          <a:p>
            <a:pPr algn="just"/>
            <a:r>
              <a:rPr lang="en-IN" dirty="0"/>
              <a:t>This clustered bar chart was created using Pandas to segment categorical cross-tabulations and Seaborn’s countplot to visualize how learner backgrounds vary by platform</a:t>
            </a:r>
          </a:p>
        </p:txBody>
      </p:sp>
      <p:sp>
        <p:nvSpPr>
          <p:cNvPr id="12" name="TextBox 11">
            <a:extLst>
              <a:ext uri="{FF2B5EF4-FFF2-40B4-BE49-F238E27FC236}">
                <a16:creationId xmlns:a16="http://schemas.microsoft.com/office/drawing/2014/main" id="{A4665035-E69B-4A60-E552-346D3261FC78}"/>
              </a:ext>
            </a:extLst>
          </p:cNvPr>
          <p:cNvSpPr txBox="1"/>
          <p:nvPr/>
        </p:nvSpPr>
        <p:spPr>
          <a:xfrm>
            <a:off x="8796414" y="2274838"/>
            <a:ext cx="2880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Undergraduate learners form the largest group </a:t>
            </a:r>
          </a:p>
          <a:p>
            <a:pPr marL="285750" indent="-285750" algn="just">
              <a:buFont typeface="Arial" panose="020B0604020202020204" pitchFamily="34" charset="0"/>
              <a:buChar char="•"/>
            </a:pPr>
            <a:r>
              <a:rPr lang="en-US" dirty="0"/>
              <a:t>Graduate learners form the second‑largest segment.</a:t>
            </a:r>
          </a:p>
          <a:p>
            <a:pPr marL="285750" indent="-285750" algn="just">
              <a:buFont typeface="Arial" panose="020B0604020202020204" pitchFamily="34" charset="0"/>
              <a:buChar char="•"/>
            </a:pPr>
            <a:r>
              <a:rPr lang="en-US" dirty="0"/>
              <a:t>Learner Distribution Is Relatively Consistent Across Platforms</a:t>
            </a:r>
          </a:p>
        </p:txBody>
      </p:sp>
      <p:pic>
        <p:nvPicPr>
          <p:cNvPr id="14" name="Picture 13">
            <a:extLst>
              <a:ext uri="{FF2B5EF4-FFF2-40B4-BE49-F238E27FC236}">
                <a16:creationId xmlns:a16="http://schemas.microsoft.com/office/drawing/2014/main" id="{0E712B6B-8D4A-727D-A80E-BF2004A727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017" y="1036193"/>
            <a:ext cx="7387200" cy="4393225"/>
          </a:xfrm>
          <a:prstGeom prst="rect">
            <a:avLst/>
          </a:prstGeom>
        </p:spPr>
      </p:pic>
      <p:cxnSp>
        <p:nvCxnSpPr>
          <p:cNvPr id="6" name="Straight Connector 5">
            <a:extLst>
              <a:ext uri="{FF2B5EF4-FFF2-40B4-BE49-F238E27FC236}">
                <a16:creationId xmlns:a16="http://schemas.microsoft.com/office/drawing/2014/main" id="{4EF2CFF7-6BD6-7A1A-0486-D57F9FA42873}"/>
              </a:ext>
            </a:extLst>
          </p:cNvPr>
          <p:cNvCxnSpPr>
            <a:cxnSpLocks/>
          </p:cNvCxnSpPr>
          <p:nvPr/>
        </p:nvCxnSpPr>
        <p:spPr>
          <a:xfrm>
            <a:off x="822702" y="191388"/>
            <a:ext cx="268164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2925AE8-4CA8-60BF-92FF-5BD96146CBA4}"/>
              </a:ext>
            </a:extLst>
          </p:cNvPr>
          <p:cNvSpPr txBox="1"/>
          <p:nvPr/>
        </p:nvSpPr>
        <p:spPr>
          <a:xfrm>
            <a:off x="474595" y="199450"/>
            <a:ext cx="6761092" cy="400110"/>
          </a:xfrm>
          <a:prstGeom prst="rect">
            <a:avLst/>
          </a:prstGeom>
          <a:noFill/>
        </p:spPr>
        <p:txBody>
          <a:bodyPr wrap="square">
            <a:spAutoFit/>
          </a:bodyPr>
          <a:lstStyle/>
          <a:p>
            <a:pPr algn="ctr"/>
            <a:r>
              <a:rPr lang="en-US" sz="2000" b="1" dirty="0"/>
              <a:t>  Demographic Patterns in Educational Technology Adoption </a:t>
            </a:r>
          </a:p>
        </p:txBody>
      </p:sp>
    </p:spTree>
    <p:extLst>
      <p:ext uri="{BB962C8B-B14F-4D97-AF65-F5344CB8AC3E}">
        <p14:creationId xmlns:p14="http://schemas.microsoft.com/office/powerpoint/2010/main" val="298434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5B27-AF49-2D97-F8AF-12D9EC746F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4AD2EC-F6A6-754F-D42B-79EA9747BFD1}"/>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DACAC1D-5D3B-2085-794E-AF77DC9094FD}"/>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458754E-3A48-206E-C59E-BF02DBB05CEF}"/>
              </a:ext>
            </a:extLst>
          </p:cNvPr>
          <p:cNvSpPr txBox="1"/>
          <p:nvPr/>
        </p:nvSpPr>
        <p:spPr>
          <a:xfrm>
            <a:off x="1085955" y="5521253"/>
            <a:ext cx="7200000" cy="923330"/>
          </a:xfrm>
          <a:prstGeom prst="rect">
            <a:avLst/>
          </a:prstGeom>
          <a:noFill/>
        </p:spPr>
        <p:txBody>
          <a:bodyPr wrap="square">
            <a:spAutoFit/>
          </a:bodyPr>
          <a:lstStyle/>
          <a:p>
            <a:pPr algn="just"/>
            <a:r>
              <a:rPr lang="en-IN" dirty="0"/>
              <a:t>This Line chart was created using Pandas by extracting the month from enrollment date using feature engineering and visualized with Plotly to track how completion rates change over time.</a:t>
            </a:r>
          </a:p>
        </p:txBody>
      </p:sp>
      <p:sp>
        <p:nvSpPr>
          <p:cNvPr id="12" name="TextBox 11">
            <a:extLst>
              <a:ext uri="{FF2B5EF4-FFF2-40B4-BE49-F238E27FC236}">
                <a16:creationId xmlns:a16="http://schemas.microsoft.com/office/drawing/2014/main" id="{8A82D7B0-FC7E-FA4D-7998-18C9176D3083}"/>
              </a:ext>
            </a:extLst>
          </p:cNvPr>
          <p:cNvSpPr txBox="1"/>
          <p:nvPr/>
        </p:nvSpPr>
        <p:spPr>
          <a:xfrm>
            <a:off x="8830226" y="2274838"/>
            <a:ext cx="2880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Completion rates vary slightly each month</a:t>
            </a:r>
          </a:p>
          <a:p>
            <a:pPr marL="285750" indent="-285750" algn="just">
              <a:buFont typeface="Arial" panose="020B0604020202020204" pitchFamily="34" charset="0"/>
              <a:buChar char="•"/>
            </a:pPr>
            <a:r>
              <a:rPr lang="en-US" dirty="0"/>
              <a:t>Minor ups and downs indicate possible seasonal trends in completions.</a:t>
            </a:r>
          </a:p>
          <a:p>
            <a:pPr marL="285750" indent="-285750" algn="just">
              <a:buFont typeface="Arial" panose="020B0604020202020204" pitchFamily="34" charset="0"/>
              <a:buChar char="•"/>
            </a:pPr>
            <a:r>
              <a:rPr lang="en-US" dirty="0"/>
              <a:t>Completion rates stay consistently stable (29–32%).</a:t>
            </a:r>
          </a:p>
        </p:txBody>
      </p:sp>
      <p:pic>
        <p:nvPicPr>
          <p:cNvPr id="13" name="Picture 12">
            <a:extLst>
              <a:ext uri="{FF2B5EF4-FFF2-40B4-BE49-F238E27FC236}">
                <a16:creationId xmlns:a16="http://schemas.microsoft.com/office/drawing/2014/main" id="{5D96595C-F500-3A17-FA98-EB8C7643CB54}"/>
              </a:ext>
            </a:extLst>
          </p:cNvPr>
          <p:cNvPicPr>
            <a:picLocks noChangeAspect="1"/>
          </p:cNvPicPr>
          <p:nvPr/>
        </p:nvPicPr>
        <p:blipFill>
          <a:blip r:embed="rId2">
            <a:extLst>
              <a:ext uri="{28A0092B-C50C-407E-A947-70E740481C1C}">
                <a14:useLocalDpi xmlns:a14="http://schemas.microsoft.com/office/drawing/2010/main" val="0"/>
              </a:ext>
            </a:extLst>
          </a:blip>
          <a:srcRect t="-82" r="7529"/>
          <a:stretch>
            <a:fillRect/>
          </a:stretch>
        </p:blipFill>
        <p:spPr>
          <a:xfrm>
            <a:off x="1064782" y="875082"/>
            <a:ext cx="7240556" cy="4608000"/>
          </a:xfrm>
          <a:prstGeom prst="rect">
            <a:avLst/>
          </a:prstGeom>
        </p:spPr>
      </p:pic>
      <p:sp>
        <p:nvSpPr>
          <p:cNvPr id="6" name="TextBox 5">
            <a:extLst>
              <a:ext uri="{FF2B5EF4-FFF2-40B4-BE49-F238E27FC236}">
                <a16:creationId xmlns:a16="http://schemas.microsoft.com/office/drawing/2014/main" id="{39EB9361-635B-F8BC-74A8-DC9436E36D87}"/>
              </a:ext>
            </a:extLst>
          </p:cNvPr>
          <p:cNvSpPr txBox="1"/>
          <p:nvPr/>
        </p:nvSpPr>
        <p:spPr>
          <a:xfrm>
            <a:off x="586006" y="242336"/>
            <a:ext cx="4443194" cy="400110"/>
          </a:xfrm>
          <a:prstGeom prst="rect">
            <a:avLst/>
          </a:prstGeom>
          <a:noFill/>
        </p:spPr>
        <p:txBody>
          <a:bodyPr wrap="square">
            <a:spAutoFit/>
          </a:bodyPr>
          <a:lstStyle/>
          <a:p>
            <a:pPr algn="ctr"/>
            <a:r>
              <a:rPr lang="en-US" sz="2000" b="1" dirty="0"/>
              <a:t>Analysis of Online Course Completion</a:t>
            </a:r>
          </a:p>
        </p:txBody>
      </p:sp>
      <p:cxnSp>
        <p:nvCxnSpPr>
          <p:cNvPr id="7" name="Straight Connector 6">
            <a:extLst>
              <a:ext uri="{FF2B5EF4-FFF2-40B4-BE49-F238E27FC236}">
                <a16:creationId xmlns:a16="http://schemas.microsoft.com/office/drawing/2014/main" id="{46FB35A7-AE73-5DA7-6467-F0C81164F0D4}"/>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473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A8353-1F13-FED8-C36B-447BBA0898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A82C9E-2172-18D7-826E-AE343C3CF931}"/>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2BDAAC1-72BE-C856-32DD-B2B062C52E54}"/>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E70473B-4E5C-5CE7-C9F9-8D2908D69838}"/>
              </a:ext>
            </a:extLst>
          </p:cNvPr>
          <p:cNvSpPr txBox="1"/>
          <p:nvPr/>
        </p:nvSpPr>
        <p:spPr>
          <a:xfrm>
            <a:off x="1307565" y="5753889"/>
            <a:ext cx="7200000" cy="646331"/>
          </a:xfrm>
          <a:prstGeom prst="rect">
            <a:avLst/>
          </a:prstGeom>
          <a:noFill/>
        </p:spPr>
        <p:txBody>
          <a:bodyPr wrap="square">
            <a:spAutoFit/>
          </a:bodyPr>
          <a:lstStyle/>
          <a:p>
            <a:pPr algn="just"/>
            <a:r>
              <a:rPr lang="en-IN" dirty="0"/>
              <a:t>This Treemap was created using Pandas to calculate aggregated completion counts and Plotly’s treemap to compare category‑wise performance</a:t>
            </a:r>
          </a:p>
        </p:txBody>
      </p:sp>
      <p:sp>
        <p:nvSpPr>
          <p:cNvPr id="12" name="TextBox 11">
            <a:extLst>
              <a:ext uri="{FF2B5EF4-FFF2-40B4-BE49-F238E27FC236}">
                <a16:creationId xmlns:a16="http://schemas.microsoft.com/office/drawing/2014/main" id="{BF920589-6AC7-B126-0087-95C04CE0596D}"/>
              </a:ext>
            </a:extLst>
          </p:cNvPr>
          <p:cNvSpPr txBox="1"/>
          <p:nvPr/>
        </p:nvSpPr>
        <p:spPr>
          <a:xfrm>
            <a:off x="8933074" y="2274838"/>
            <a:ext cx="2880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Tech and Data Science lead in completion contribution.</a:t>
            </a:r>
          </a:p>
          <a:p>
            <a:pPr marL="285750" indent="-285750" algn="just">
              <a:buFont typeface="Arial" panose="020B0604020202020204" pitchFamily="34" charset="0"/>
              <a:buChar char="•"/>
            </a:pPr>
            <a:r>
              <a:rPr lang="en-US" dirty="0"/>
              <a:t>Business, Finance, and Arts have slightly lower completions.</a:t>
            </a:r>
          </a:p>
          <a:p>
            <a:pPr marL="285750" indent="-285750" algn="just">
              <a:buFont typeface="Arial" panose="020B0604020202020204" pitchFamily="34" charset="0"/>
              <a:buChar char="•"/>
            </a:pPr>
            <a:r>
              <a:rPr lang="en-US" dirty="0"/>
              <a:t>Completion rates are evenly distributed.</a:t>
            </a:r>
          </a:p>
        </p:txBody>
      </p:sp>
      <p:pic>
        <p:nvPicPr>
          <p:cNvPr id="13" name="Picture 12">
            <a:extLst>
              <a:ext uri="{FF2B5EF4-FFF2-40B4-BE49-F238E27FC236}">
                <a16:creationId xmlns:a16="http://schemas.microsoft.com/office/drawing/2014/main" id="{CF1D4CF6-4733-F405-395B-AF9AD607B19B}"/>
              </a:ext>
            </a:extLst>
          </p:cNvPr>
          <p:cNvPicPr>
            <a:picLocks noChangeAspect="1"/>
          </p:cNvPicPr>
          <p:nvPr/>
        </p:nvPicPr>
        <p:blipFill>
          <a:blip r:embed="rId2">
            <a:extLst>
              <a:ext uri="{28A0092B-C50C-407E-A947-70E740481C1C}">
                <a14:useLocalDpi xmlns:a14="http://schemas.microsoft.com/office/drawing/2010/main" val="0"/>
              </a:ext>
            </a:extLst>
          </a:blip>
          <a:srcRect r="987" b="10818"/>
          <a:stretch>
            <a:fillRect/>
          </a:stretch>
        </p:blipFill>
        <p:spPr>
          <a:xfrm>
            <a:off x="1008016" y="1143000"/>
            <a:ext cx="7799099" cy="4572000"/>
          </a:xfrm>
          <a:prstGeom prst="rect">
            <a:avLst/>
          </a:prstGeom>
        </p:spPr>
      </p:pic>
      <p:sp>
        <p:nvSpPr>
          <p:cNvPr id="6" name="TextBox 5">
            <a:extLst>
              <a:ext uri="{FF2B5EF4-FFF2-40B4-BE49-F238E27FC236}">
                <a16:creationId xmlns:a16="http://schemas.microsoft.com/office/drawing/2014/main" id="{AEF8EFB0-4AB1-DF13-E415-9572BDADC11A}"/>
              </a:ext>
            </a:extLst>
          </p:cNvPr>
          <p:cNvSpPr txBox="1"/>
          <p:nvPr/>
        </p:nvSpPr>
        <p:spPr>
          <a:xfrm>
            <a:off x="586006" y="242336"/>
            <a:ext cx="4443194" cy="400110"/>
          </a:xfrm>
          <a:prstGeom prst="rect">
            <a:avLst/>
          </a:prstGeom>
          <a:noFill/>
        </p:spPr>
        <p:txBody>
          <a:bodyPr wrap="square">
            <a:spAutoFit/>
          </a:bodyPr>
          <a:lstStyle/>
          <a:p>
            <a:pPr algn="ctr"/>
            <a:r>
              <a:rPr lang="en-US" sz="2000" b="1" dirty="0"/>
              <a:t>Analysis of Online Course Completion</a:t>
            </a:r>
          </a:p>
        </p:txBody>
      </p:sp>
      <p:cxnSp>
        <p:nvCxnSpPr>
          <p:cNvPr id="7" name="Straight Connector 6">
            <a:extLst>
              <a:ext uri="{FF2B5EF4-FFF2-40B4-BE49-F238E27FC236}">
                <a16:creationId xmlns:a16="http://schemas.microsoft.com/office/drawing/2014/main" id="{8188B479-522C-8BC1-7B2C-7AD09BB4D1FE}"/>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4059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8D6AB-A91F-8EE3-2E06-950EFE674D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E81CE76-22C0-9D12-EDEE-F8D6B2EEE8C9}"/>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7B9B8AA-073C-89B1-61E1-78DEA5F86ED0}"/>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6F759C4-AE98-8815-C362-A460780F4C5F}"/>
              </a:ext>
            </a:extLst>
          </p:cNvPr>
          <p:cNvSpPr txBox="1"/>
          <p:nvPr/>
        </p:nvSpPr>
        <p:spPr>
          <a:xfrm>
            <a:off x="1247452" y="5842648"/>
            <a:ext cx="7317458" cy="923330"/>
          </a:xfrm>
          <a:prstGeom prst="rect">
            <a:avLst/>
          </a:prstGeom>
          <a:noFill/>
        </p:spPr>
        <p:txBody>
          <a:bodyPr wrap="square">
            <a:spAutoFit/>
          </a:bodyPr>
          <a:lstStyle/>
          <a:p>
            <a:pPr algn="just"/>
            <a:r>
              <a:rPr lang="en-IN" dirty="0"/>
              <a:t>This heatmap was created using Pandas for correlation analysis and Seaborn to visualize the strength of relationships between key engagement metrics and the completion outcome</a:t>
            </a:r>
          </a:p>
        </p:txBody>
      </p:sp>
      <p:sp>
        <p:nvSpPr>
          <p:cNvPr id="12" name="TextBox 11">
            <a:extLst>
              <a:ext uri="{FF2B5EF4-FFF2-40B4-BE49-F238E27FC236}">
                <a16:creationId xmlns:a16="http://schemas.microsoft.com/office/drawing/2014/main" id="{6E75E2EE-BAE7-6567-CF5F-0CF3EA746B11}"/>
              </a:ext>
            </a:extLst>
          </p:cNvPr>
          <p:cNvSpPr txBox="1"/>
          <p:nvPr/>
        </p:nvSpPr>
        <p:spPr>
          <a:xfrm>
            <a:off x="8918686" y="2274838"/>
            <a:ext cx="288000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Engagement consistency has the strongest impact</a:t>
            </a:r>
          </a:p>
          <a:p>
            <a:pPr marL="285750" indent="-285750" algn="just">
              <a:buFont typeface="Arial" panose="020B0604020202020204" pitchFamily="34" charset="0"/>
              <a:buChar char="•"/>
            </a:pPr>
            <a:r>
              <a:rPr lang="en-US" dirty="0"/>
              <a:t>Active participation in videos and assignments boosts course completion. </a:t>
            </a:r>
          </a:p>
          <a:p>
            <a:pPr marL="285750" indent="-285750" algn="just">
              <a:buFont typeface="Arial" panose="020B0604020202020204" pitchFamily="34" charset="0"/>
              <a:buChar char="•"/>
            </a:pPr>
            <a:r>
              <a:rPr lang="en-US" dirty="0"/>
              <a:t>Current gamification is not working effectively</a:t>
            </a:r>
          </a:p>
        </p:txBody>
      </p:sp>
      <p:pic>
        <p:nvPicPr>
          <p:cNvPr id="10" name="Picture 9">
            <a:extLst>
              <a:ext uri="{FF2B5EF4-FFF2-40B4-BE49-F238E27FC236}">
                <a16:creationId xmlns:a16="http://schemas.microsoft.com/office/drawing/2014/main" id="{1C8C544B-2529-3263-8264-4525840EED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965" y="1126743"/>
            <a:ext cx="7737680" cy="4604512"/>
          </a:xfrm>
          <a:prstGeom prst="rect">
            <a:avLst/>
          </a:prstGeom>
        </p:spPr>
      </p:pic>
      <p:sp>
        <p:nvSpPr>
          <p:cNvPr id="6" name="TextBox 5">
            <a:extLst>
              <a:ext uri="{FF2B5EF4-FFF2-40B4-BE49-F238E27FC236}">
                <a16:creationId xmlns:a16="http://schemas.microsoft.com/office/drawing/2014/main" id="{92C94AEC-C605-8496-2BDE-FDDD5E85D761}"/>
              </a:ext>
            </a:extLst>
          </p:cNvPr>
          <p:cNvSpPr txBox="1"/>
          <p:nvPr/>
        </p:nvSpPr>
        <p:spPr>
          <a:xfrm>
            <a:off x="586006" y="242336"/>
            <a:ext cx="4443194" cy="400110"/>
          </a:xfrm>
          <a:prstGeom prst="rect">
            <a:avLst/>
          </a:prstGeom>
          <a:noFill/>
        </p:spPr>
        <p:txBody>
          <a:bodyPr wrap="square">
            <a:spAutoFit/>
          </a:bodyPr>
          <a:lstStyle/>
          <a:p>
            <a:pPr algn="ctr"/>
            <a:r>
              <a:rPr lang="en-US" sz="2000" b="1" dirty="0"/>
              <a:t>Analysis of Online Course Completion</a:t>
            </a:r>
          </a:p>
        </p:txBody>
      </p:sp>
      <p:cxnSp>
        <p:nvCxnSpPr>
          <p:cNvPr id="7" name="Straight Connector 6">
            <a:extLst>
              <a:ext uri="{FF2B5EF4-FFF2-40B4-BE49-F238E27FC236}">
                <a16:creationId xmlns:a16="http://schemas.microsoft.com/office/drawing/2014/main" id="{C9848A7E-3017-4843-B07C-E72A64408232}"/>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240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FA9D8-7E57-6CF5-6C6E-CCF36528E7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D693685-8748-E2A0-8C04-75310D12FA62}"/>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0FD827C-3B8C-A878-3EED-5C8AB1146792}"/>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4563DA6-A401-242C-E314-AF609CF501E8}"/>
              </a:ext>
            </a:extLst>
          </p:cNvPr>
          <p:cNvSpPr txBox="1"/>
          <p:nvPr/>
        </p:nvSpPr>
        <p:spPr>
          <a:xfrm>
            <a:off x="1332994" y="5410971"/>
            <a:ext cx="7200000" cy="1200329"/>
          </a:xfrm>
          <a:prstGeom prst="rect">
            <a:avLst/>
          </a:prstGeom>
          <a:noFill/>
        </p:spPr>
        <p:txBody>
          <a:bodyPr wrap="square">
            <a:spAutoFit/>
          </a:bodyPr>
          <a:lstStyle/>
          <a:p>
            <a:pPr algn="just"/>
            <a:r>
              <a:rPr lang="en-IN" dirty="0"/>
              <a:t>This gauge chart was created using Pandas for completion rate calculation using the average of the course_completed column and visualized with Plotly’s indicator gauge to show performance against a 0–100% scale.</a:t>
            </a:r>
          </a:p>
          <a:p>
            <a:pPr algn="just"/>
            <a:endParaRPr lang="en-IN" dirty="0"/>
          </a:p>
        </p:txBody>
      </p:sp>
      <p:sp>
        <p:nvSpPr>
          <p:cNvPr id="12" name="TextBox 11">
            <a:extLst>
              <a:ext uri="{FF2B5EF4-FFF2-40B4-BE49-F238E27FC236}">
                <a16:creationId xmlns:a16="http://schemas.microsoft.com/office/drawing/2014/main" id="{BB700150-3FD9-958A-3F62-2F0F242F4DB5}"/>
              </a:ext>
            </a:extLst>
          </p:cNvPr>
          <p:cNvSpPr txBox="1"/>
          <p:nvPr/>
        </p:nvSpPr>
        <p:spPr>
          <a:xfrm>
            <a:off x="8955157" y="2413338"/>
            <a:ext cx="2836800"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t>Overall course completion rate (30.6%) is in the lower performance band of the gauge </a:t>
            </a:r>
          </a:p>
          <a:p>
            <a:pPr marL="285750" indent="-285750" algn="just">
              <a:buFont typeface="Arial" panose="020B0604020202020204" pitchFamily="34" charset="0"/>
              <a:buChar char="•"/>
            </a:pPr>
            <a:r>
              <a:rPr lang="en-US" dirty="0"/>
              <a:t>Many learners enroll but do not complete courses</a:t>
            </a:r>
          </a:p>
        </p:txBody>
      </p:sp>
      <p:pic>
        <p:nvPicPr>
          <p:cNvPr id="7" name="Picture 6">
            <a:extLst>
              <a:ext uri="{FF2B5EF4-FFF2-40B4-BE49-F238E27FC236}">
                <a16:creationId xmlns:a16="http://schemas.microsoft.com/office/drawing/2014/main" id="{64E04E16-1DF9-C5DF-C14A-C9B921934C67}"/>
              </a:ext>
            </a:extLst>
          </p:cNvPr>
          <p:cNvPicPr>
            <a:picLocks noChangeAspect="1"/>
          </p:cNvPicPr>
          <p:nvPr/>
        </p:nvPicPr>
        <p:blipFill>
          <a:blip r:embed="rId2">
            <a:extLst>
              <a:ext uri="{28A0092B-C50C-407E-A947-70E740481C1C}">
                <a14:useLocalDpi xmlns:a14="http://schemas.microsoft.com/office/drawing/2010/main" val="0"/>
              </a:ext>
            </a:extLst>
          </a:blip>
          <a:srcRect t="10097" r="-754" b="7863"/>
          <a:stretch>
            <a:fillRect/>
          </a:stretch>
        </p:blipFill>
        <p:spPr>
          <a:xfrm>
            <a:off x="1388937" y="934064"/>
            <a:ext cx="7261514" cy="4223414"/>
          </a:xfrm>
          <a:prstGeom prst="rect">
            <a:avLst/>
          </a:prstGeom>
        </p:spPr>
      </p:pic>
      <p:sp>
        <p:nvSpPr>
          <p:cNvPr id="6" name="TextBox 5">
            <a:extLst>
              <a:ext uri="{FF2B5EF4-FFF2-40B4-BE49-F238E27FC236}">
                <a16:creationId xmlns:a16="http://schemas.microsoft.com/office/drawing/2014/main" id="{A24666F0-6075-6561-9547-6E7A43B1A378}"/>
              </a:ext>
            </a:extLst>
          </p:cNvPr>
          <p:cNvSpPr txBox="1"/>
          <p:nvPr/>
        </p:nvSpPr>
        <p:spPr>
          <a:xfrm>
            <a:off x="586006" y="242336"/>
            <a:ext cx="4443194" cy="400110"/>
          </a:xfrm>
          <a:prstGeom prst="rect">
            <a:avLst/>
          </a:prstGeom>
          <a:noFill/>
        </p:spPr>
        <p:txBody>
          <a:bodyPr wrap="square">
            <a:spAutoFit/>
          </a:bodyPr>
          <a:lstStyle/>
          <a:p>
            <a:pPr algn="ctr"/>
            <a:r>
              <a:rPr lang="en-US" sz="2000" b="1" dirty="0"/>
              <a:t>Analysis of Online Course Completion</a:t>
            </a:r>
          </a:p>
        </p:txBody>
      </p:sp>
      <p:cxnSp>
        <p:nvCxnSpPr>
          <p:cNvPr id="8" name="Straight Connector 7">
            <a:extLst>
              <a:ext uri="{FF2B5EF4-FFF2-40B4-BE49-F238E27FC236}">
                <a16:creationId xmlns:a16="http://schemas.microsoft.com/office/drawing/2014/main" id="{45FE6EE1-18BD-16A4-4F0A-0D2063758410}"/>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965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F572-1E2B-3760-B130-BBAE8D7B3A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7AFA79-877B-A0EE-A836-02CBA3A0D581}"/>
              </a:ext>
            </a:extLst>
          </p:cNvPr>
          <p:cNvSpPr/>
          <p:nvPr/>
        </p:nvSpPr>
        <p:spPr>
          <a:xfrm>
            <a:off x="8775" y="-16222"/>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7F19B18-42EF-20BB-5423-3CB267B46B15}"/>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936C4CC-3E07-9FEB-3459-E5E09795DCF4}"/>
              </a:ext>
            </a:extLst>
          </p:cNvPr>
          <p:cNvSpPr txBox="1"/>
          <p:nvPr/>
        </p:nvSpPr>
        <p:spPr>
          <a:xfrm>
            <a:off x="1376865" y="5641449"/>
            <a:ext cx="7444651" cy="1200329"/>
          </a:xfrm>
          <a:prstGeom prst="rect">
            <a:avLst/>
          </a:prstGeom>
          <a:noFill/>
        </p:spPr>
        <p:txBody>
          <a:bodyPr wrap="square">
            <a:spAutoFit/>
          </a:bodyPr>
          <a:lstStyle/>
          <a:p>
            <a:pPr algn="just"/>
            <a:r>
              <a:rPr lang="en-IN" dirty="0"/>
              <a:t>This multi-panel boxplot was created using Pandas to group learners into digital literacy tiers and visualizing the distribution of quiz, mastery, and efficiency scores across these tiers using Seaborn with Matplotlib for layout.</a:t>
            </a:r>
          </a:p>
          <a:p>
            <a:pPr algn="just"/>
            <a:endParaRPr lang="en-IN" dirty="0"/>
          </a:p>
        </p:txBody>
      </p:sp>
      <p:sp>
        <p:nvSpPr>
          <p:cNvPr id="12" name="TextBox 11">
            <a:extLst>
              <a:ext uri="{FF2B5EF4-FFF2-40B4-BE49-F238E27FC236}">
                <a16:creationId xmlns:a16="http://schemas.microsoft.com/office/drawing/2014/main" id="{9BF62386-1A81-1660-7E78-98CC2DB9FF32}"/>
              </a:ext>
            </a:extLst>
          </p:cNvPr>
          <p:cNvSpPr txBox="1"/>
          <p:nvPr/>
        </p:nvSpPr>
        <p:spPr>
          <a:xfrm>
            <a:off x="8951949" y="1997839"/>
            <a:ext cx="28800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t>Advanced learners consistently perform better across quiz scores, mastery, and efficiency.</a:t>
            </a:r>
          </a:p>
          <a:p>
            <a:pPr marL="285750" indent="-285750" algn="just">
              <a:buFont typeface="Arial" panose="020B0604020202020204" pitchFamily="34" charset="0"/>
              <a:buChar char="•"/>
            </a:pPr>
            <a:r>
              <a:rPr lang="en-US" dirty="0"/>
              <a:t>Beginners show the lowest and most inconsistent results.</a:t>
            </a:r>
          </a:p>
          <a:p>
            <a:pPr marL="285750" indent="-285750" algn="just">
              <a:buFont typeface="Arial" panose="020B0604020202020204" pitchFamily="34" charset="0"/>
              <a:buChar char="•"/>
            </a:pPr>
            <a:r>
              <a:rPr lang="en-US" dirty="0"/>
              <a:t>Learning performance improves from Beginner to Advanced levels</a:t>
            </a:r>
          </a:p>
        </p:txBody>
      </p:sp>
      <p:pic>
        <p:nvPicPr>
          <p:cNvPr id="8" name="Picture 7">
            <a:extLst>
              <a:ext uri="{FF2B5EF4-FFF2-40B4-BE49-F238E27FC236}">
                <a16:creationId xmlns:a16="http://schemas.microsoft.com/office/drawing/2014/main" id="{F15FBAA0-0753-82D2-7292-FF7E5F5D0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865" y="884948"/>
            <a:ext cx="7346298" cy="4404808"/>
          </a:xfrm>
          <a:prstGeom prst="rect">
            <a:avLst/>
          </a:prstGeom>
        </p:spPr>
      </p:pic>
      <p:sp>
        <p:nvSpPr>
          <p:cNvPr id="6" name="TextBox 5">
            <a:extLst>
              <a:ext uri="{FF2B5EF4-FFF2-40B4-BE49-F238E27FC236}">
                <a16:creationId xmlns:a16="http://schemas.microsoft.com/office/drawing/2014/main" id="{D728AF2A-6F16-A25C-27C6-E4A2A899957E}"/>
              </a:ext>
            </a:extLst>
          </p:cNvPr>
          <p:cNvSpPr txBox="1"/>
          <p:nvPr/>
        </p:nvSpPr>
        <p:spPr>
          <a:xfrm>
            <a:off x="415114" y="179572"/>
            <a:ext cx="3119842" cy="400110"/>
          </a:xfrm>
          <a:prstGeom prst="rect">
            <a:avLst/>
          </a:prstGeom>
          <a:noFill/>
        </p:spPr>
        <p:txBody>
          <a:bodyPr wrap="square">
            <a:spAutoFit/>
          </a:bodyPr>
          <a:lstStyle/>
          <a:p>
            <a:pPr algn="ctr"/>
            <a:r>
              <a:rPr lang="en-US" sz="2000" b="1" dirty="0"/>
              <a:t>  Digital Literacy Impact</a:t>
            </a:r>
          </a:p>
        </p:txBody>
      </p:sp>
      <p:cxnSp>
        <p:nvCxnSpPr>
          <p:cNvPr id="7" name="Straight Connector 6">
            <a:extLst>
              <a:ext uri="{FF2B5EF4-FFF2-40B4-BE49-F238E27FC236}">
                <a16:creationId xmlns:a16="http://schemas.microsoft.com/office/drawing/2014/main" id="{E8EA7236-767B-E241-8E5B-36DAF588B941}"/>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91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D55D-36C2-01AD-B59C-499C9BC286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2A7ED7-8067-DBA1-022E-F94D841DA37F}"/>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04D605B5-6914-DE87-D409-47CE4500485C}"/>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BCFD584-F80A-91C7-6BDC-10E40219705B}"/>
              </a:ext>
            </a:extLst>
          </p:cNvPr>
          <p:cNvSpPr txBox="1"/>
          <p:nvPr/>
        </p:nvSpPr>
        <p:spPr>
          <a:xfrm>
            <a:off x="1376865" y="5641450"/>
            <a:ext cx="7179180" cy="1200329"/>
          </a:xfrm>
          <a:prstGeom prst="rect">
            <a:avLst/>
          </a:prstGeom>
          <a:noFill/>
        </p:spPr>
        <p:txBody>
          <a:bodyPr wrap="square">
            <a:spAutoFit/>
          </a:bodyPr>
          <a:lstStyle/>
          <a:p>
            <a:pPr algn="just"/>
            <a:r>
              <a:rPr lang="en-IN" dirty="0"/>
              <a:t>This sunburst chart was created using Pandas for hierarchical data preparation and Plotly Express to visualize the hierarchical flow from literacy skill band down to final learning path preferences.</a:t>
            </a:r>
          </a:p>
          <a:p>
            <a:pPr algn="just"/>
            <a:endParaRPr lang="en-IN" dirty="0"/>
          </a:p>
        </p:txBody>
      </p:sp>
      <p:sp>
        <p:nvSpPr>
          <p:cNvPr id="12" name="TextBox 11">
            <a:extLst>
              <a:ext uri="{FF2B5EF4-FFF2-40B4-BE49-F238E27FC236}">
                <a16:creationId xmlns:a16="http://schemas.microsoft.com/office/drawing/2014/main" id="{41207302-717D-6F2B-3F43-BC9A224DA15F}"/>
              </a:ext>
            </a:extLst>
          </p:cNvPr>
          <p:cNvSpPr txBox="1"/>
          <p:nvPr/>
        </p:nvSpPr>
        <p:spPr>
          <a:xfrm>
            <a:off x="8868390" y="2136339"/>
            <a:ext cx="28800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t>Intermediate Learners form the largest learner segment</a:t>
            </a:r>
          </a:p>
          <a:p>
            <a:pPr marL="285750" indent="-285750" algn="just">
              <a:buFont typeface="Arial" panose="020B0604020202020204" pitchFamily="34" charset="0"/>
              <a:buChar char="•"/>
            </a:pPr>
            <a:r>
              <a:rPr lang="en-US" dirty="0"/>
              <a:t>Course Non-Completion Is higher across all literacy levels</a:t>
            </a:r>
          </a:p>
          <a:p>
            <a:pPr marL="285750" indent="-285750" algn="just">
              <a:buFont typeface="Arial" panose="020B0604020202020204" pitchFamily="34" charset="0"/>
              <a:buChar char="•"/>
            </a:pPr>
            <a:r>
              <a:rPr lang="en-US" dirty="0"/>
              <a:t>Advanced learners show better completion contribution in terms of learning paths</a:t>
            </a:r>
          </a:p>
        </p:txBody>
      </p:sp>
      <p:pic>
        <p:nvPicPr>
          <p:cNvPr id="7" name="Picture 6">
            <a:extLst>
              <a:ext uri="{FF2B5EF4-FFF2-40B4-BE49-F238E27FC236}">
                <a16:creationId xmlns:a16="http://schemas.microsoft.com/office/drawing/2014/main" id="{098C8A46-80AD-CC2A-E26C-12EB035E4B11}"/>
              </a:ext>
            </a:extLst>
          </p:cNvPr>
          <p:cNvPicPr>
            <a:picLocks noChangeAspect="1"/>
          </p:cNvPicPr>
          <p:nvPr/>
        </p:nvPicPr>
        <p:blipFill>
          <a:blip r:embed="rId2">
            <a:extLst>
              <a:ext uri="{28A0092B-C50C-407E-A947-70E740481C1C}">
                <a14:useLocalDpi xmlns:a14="http://schemas.microsoft.com/office/drawing/2010/main" val="0"/>
              </a:ext>
            </a:extLst>
          </a:blip>
          <a:srcRect r="1832" b="11587"/>
          <a:stretch>
            <a:fillRect/>
          </a:stretch>
        </p:blipFill>
        <p:spPr>
          <a:xfrm>
            <a:off x="1480839" y="878949"/>
            <a:ext cx="7075206" cy="4551483"/>
          </a:xfrm>
          <a:prstGeom prst="rect">
            <a:avLst/>
          </a:prstGeom>
        </p:spPr>
      </p:pic>
      <p:sp>
        <p:nvSpPr>
          <p:cNvPr id="6" name="TextBox 5">
            <a:extLst>
              <a:ext uri="{FF2B5EF4-FFF2-40B4-BE49-F238E27FC236}">
                <a16:creationId xmlns:a16="http://schemas.microsoft.com/office/drawing/2014/main" id="{7E881218-BA1A-B54D-3A54-133837D22BA4}"/>
              </a:ext>
            </a:extLst>
          </p:cNvPr>
          <p:cNvSpPr txBox="1"/>
          <p:nvPr/>
        </p:nvSpPr>
        <p:spPr>
          <a:xfrm>
            <a:off x="427382" y="191743"/>
            <a:ext cx="3119842" cy="400110"/>
          </a:xfrm>
          <a:prstGeom prst="rect">
            <a:avLst/>
          </a:prstGeom>
          <a:noFill/>
        </p:spPr>
        <p:txBody>
          <a:bodyPr wrap="square">
            <a:spAutoFit/>
          </a:bodyPr>
          <a:lstStyle/>
          <a:p>
            <a:pPr algn="ctr"/>
            <a:r>
              <a:rPr lang="en-US" sz="2000" b="1" dirty="0"/>
              <a:t>Digital Literacy Impact</a:t>
            </a:r>
          </a:p>
        </p:txBody>
      </p:sp>
      <p:cxnSp>
        <p:nvCxnSpPr>
          <p:cNvPr id="8" name="Straight Connector 7">
            <a:extLst>
              <a:ext uri="{FF2B5EF4-FFF2-40B4-BE49-F238E27FC236}">
                <a16:creationId xmlns:a16="http://schemas.microsoft.com/office/drawing/2014/main" id="{BD4BECD3-2192-CADF-FF17-525DFBEF9427}"/>
              </a:ext>
            </a:extLst>
          </p:cNvPr>
          <p:cNvCxnSpPr>
            <a:cxnSpLocks/>
          </p:cNvCxnSpPr>
          <p:nvPr/>
        </p:nvCxnSpPr>
        <p:spPr>
          <a:xfrm flipV="1">
            <a:off x="842580" y="1795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912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9C6A-BB6E-C932-44D4-D02DBB24E6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DA1530-D720-493C-D0CA-33CF8C095E00}"/>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898C11A-A233-FE84-52E4-A3840ADFB6FE}"/>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150A926-7CE9-3E7F-B24C-9B7E9EE8780F}"/>
              </a:ext>
            </a:extLst>
          </p:cNvPr>
          <p:cNvSpPr txBox="1"/>
          <p:nvPr/>
        </p:nvSpPr>
        <p:spPr>
          <a:xfrm>
            <a:off x="1376865" y="5641449"/>
            <a:ext cx="7444651" cy="923330"/>
          </a:xfrm>
          <a:prstGeom prst="rect">
            <a:avLst/>
          </a:prstGeom>
          <a:noFill/>
        </p:spPr>
        <p:txBody>
          <a:bodyPr wrap="square">
            <a:spAutoFit/>
          </a:bodyPr>
          <a:lstStyle/>
          <a:p>
            <a:pPr algn="just"/>
            <a:r>
              <a:rPr lang="en-IN" dirty="0"/>
              <a:t>This Radar chart was created using Pandas to calculate group-level averages, NumPy for radar axis calculations, and Matplotlib for polar visualization and chart customization.</a:t>
            </a:r>
          </a:p>
        </p:txBody>
      </p:sp>
      <p:sp>
        <p:nvSpPr>
          <p:cNvPr id="12" name="TextBox 11">
            <a:extLst>
              <a:ext uri="{FF2B5EF4-FFF2-40B4-BE49-F238E27FC236}">
                <a16:creationId xmlns:a16="http://schemas.microsoft.com/office/drawing/2014/main" id="{CFF98BD1-97F0-8D27-911D-B09A0779606F}"/>
              </a:ext>
            </a:extLst>
          </p:cNvPr>
          <p:cNvSpPr txBox="1"/>
          <p:nvPr/>
        </p:nvSpPr>
        <p:spPr>
          <a:xfrm>
            <a:off x="9002759" y="1629000"/>
            <a:ext cx="2880000" cy="3600000"/>
          </a:xfrm>
          <a:prstGeom prst="rect">
            <a:avLst/>
          </a:prstGeom>
          <a:noFill/>
        </p:spPr>
        <p:txBody>
          <a:bodyPr wrap="square" rtlCol="0">
            <a:spAutoFit/>
          </a:bodyPr>
          <a:lstStyle/>
          <a:p>
            <a:pPr marL="285750" indent="-285750" algn="just">
              <a:buFont typeface="Arial" panose="020B0604020202020204" pitchFamily="34" charset="0"/>
              <a:buChar char="•"/>
            </a:pPr>
            <a:r>
              <a:rPr lang="en-US" dirty="0"/>
              <a:t>Advanced Learners Show Highest Overall Engagement</a:t>
            </a:r>
          </a:p>
          <a:p>
            <a:pPr marL="285750" indent="-285750" algn="just">
              <a:buFont typeface="Arial" panose="020B0604020202020204" pitchFamily="34" charset="0"/>
              <a:buChar char="•"/>
            </a:pPr>
            <a:r>
              <a:rPr lang="en-US" dirty="0"/>
              <a:t>Beginners rely more on gamification features</a:t>
            </a:r>
          </a:p>
          <a:p>
            <a:pPr marL="285750" indent="-285750" algn="just">
              <a:buFont typeface="Arial" panose="020B0604020202020204" pitchFamily="34" charset="0"/>
              <a:buChar char="•"/>
            </a:pPr>
            <a:r>
              <a:rPr lang="en-US" dirty="0"/>
              <a:t>Intermediate learners display moderate engagement levels across all activities.</a:t>
            </a:r>
          </a:p>
        </p:txBody>
      </p:sp>
      <p:pic>
        <p:nvPicPr>
          <p:cNvPr id="8" name="Picture 7">
            <a:extLst>
              <a:ext uri="{FF2B5EF4-FFF2-40B4-BE49-F238E27FC236}">
                <a16:creationId xmlns:a16="http://schemas.microsoft.com/office/drawing/2014/main" id="{19569267-127A-4053-E8EA-254AE99F3F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8275" y="1032753"/>
            <a:ext cx="5828202" cy="4522473"/>
          </a:xfrm>
          <a:prstGeom prst="rect">
            <a:avLst/>
          </a:prstGeom>
        </p:spPr>
      </p:pic>
      <p:sp>
        <p:nvSpPr>
          <p:cNvPr id="6" name="TextBox 5">
            <a:extLst>
              <a:ext uri="{FF2B5EF4-FFF2-40B4-BE49-F238E27FC236}">
                <a16:creationId xmlns:a16="http://schemas.microsoft.com/office/drawing/2014/main" id="{54C92F50-8BAE-8C38-8482-EFFAFD22E4CC}"/>
              </a:ext>
            </a:extLst>
          </p:cNvPr>
          <p:cNvSpPr txBox="1"/>
          <p:nvPr/>
        </p:nvSpPr>
        <p:spPr>
          <a:xfrm>
            <a:off x="438354" y="210607"/>
            <a:ext cx="3119842" cy="400110"/>
          </a:xfrm>
          <a:prstGeom prst="rect">
            <a:avLst/>
          </a:prstGeom>
          <a:noFill/>
        </p:spPr>
        <p:txBody>
          <a:bodyPr wrap="square">
            <a:spAutoFit/>
          </a:bodyPr>
          <a:lstStyle/>
          <a:p>
            <a:pPr algn="ctr"/>
            <a:r>
              <a:rPr lang="en-US" sz="2000" b="1" dirty="0"/>
              <a:t>  Digital Literacy Impact</a:t>
            </a:r>
          </a:p>
        </p:txBody>
      </p:sp>
      <p:cxnSp>
        <p:nvCxnSpPr>
          <p:cNvPr id="7" name="Straight Connector 6">
            <a:extLst>
              <a:ext uri="{FF2B5EF4-FFF2-40B4-BE49-F238E27FC236}">
                <a16:creationId xmlns:a16="http://schemas.microsoft.com/office/drawing/2014/main" id="{BF463521-A281-B88C-6133-FB1BD2D2EF7B}"/>
              </a:ext>
            </a:extLst>
          </p:cNvPr>
          <p:cNvCxnSpPr>
            <a:cxnSpLocks/>
          </p:cNvCxnSpPr>
          <p:nvPr/>
        </p:nvCxnSpPr>
        <p:spPr>
          <a:xfrm flipV="1">
            <a:off x="882336" y="1874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86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B30DE-82E3-2DC0-0BC1-A53B4F2F57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015516-18D9-D0B3-511A-9EBE298712E5}"/>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F847432-C9B0-FF12-45D3-FD97CD74E244}"/>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1880FB5-6512-98CE-3DCA-AC42CFEC9751}"/>
              </a:ext>
            </a:extLst>
          </p:cNvPr>
          <p:cNvSpPr txBox="1"/>
          <p:nvPr/>
        </p:nvSpPr>
        <p:spPr>
          <a:xfrm>
            <a:off x="1376865" y="5641449"/>
            <a:ext cx="7444651" cy="923330"/>
          </a:xfrm>
          <a:prstGeom prst="rect">
            <a:avLst/>
          </a:prstGeom>
          <a:noFill/>
        </p:spPr>
        <p:txBody>
          <a:bodyPr wrap="square">
            <a:spAutoFit/>
          </a:bodyPr>
          <a:lstStyle/>
          <a:p>
            <a:pPr algn="just"/>
            <a:r>
              <a:rPr lang="en-IN" dirty="0"/>
              <a:t>This Pie chart was created using Pandas to isolate successful graduates and compute categorical frequencies, and Matplotlib for proportional visualization and chart customization.</a:t>
            </a:r>
          </a:p>
        </p:txBody>
      </p:sp>
      <p:sp>
        <p:nvSpPr>
          <p:cNvPr id="12" name="TextBox 11">
            <a:extLst>
              <a:ext uri="{FF2B5EF4-FFF2-40B4-BE49-F238E27FC236}">
                <a16:creationId xmlns:a16="http://schemas.microsoft.com/office/drawing/2014/main" id="{833235BA-8A5A-FCDD-AADA-8C7E2D762104}"/>
              </a:ext>
            </a:extLst>
          </p:cNvPr>
          <p:cNvSpPr txBox="1"/>
          <p:nvPr/>
        </p:nvSpPr>
        <p:spPr>
          <a:xfrm>
            <a:off x="8902300" y="2136339"/>
            <a:ext cx="2880000"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All path types show similar completion levels (~24–25%).</a:t>
            </a:r>
          </a:p>
          <a:p>
            <a:pPr marL="285750" indent="-285750" algn="just">
              <a:buFont typeface="Arial" panose="020B0604020202020204" pitchFamily="34" charset="0"/>
              <a:buChar char="•"/>
            </a:pPr>
            <a:r>
              <a:rPr lang="en-US" dirty="0"/>
              <a:t>Linear and Fully Adaptive paths lead slightly more completions.</a:t>
            </a:r>
          </a:p>
          <a:p>
            <a:pPr marL="285750" indent="-285750" algn="just">
              <a:buFont typeface="Arial" panose="020B0604020202020204" pitchFamily="34" charset="0"/>
              <a:buChar char="•"/>
            </a:pPr>
            <a:r>
              <a:rPr lang="en-US" dirty="0"/>
              <a:t>Diverse learning preferences exist among learners</a:t>
            </a:r>
          </a:p>
        </p:txBody>
      </p:sp>
      <p:pic>
        <p:nvPicPr>
          <p:cNvPr id="7" name="Picture 6">
            <a:extLst>
              <a:ext uri="{FF2B5EF4-FFF2-40B4-BE49-F238E27FC236}">
                <a16:creationId xmlns:a16="http://schemas.microsoft.com/office/drawing/2014/main" id="{03C0A1F8-6D78-3A99-2C7F-1583FC4E8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4232" y="811282"/>
            <a:ext cx="5800568" cy="4865703"/>
          </a:xfrm>
          <a:prstGeom prst="rect">
            <a:avLst/>
          </a:prstGeom>
        </p:spPr>
      </p:pic>
      <p:sp>
        <p:nvSpPr>
          <p:cNvPr id="10" name="TextBox 9">
            <a:extLst>
              <a:ext uri="{FF2B5EF4-FFF2-40B4-BE49-F238E27FC236}">
                <a16:creationId xmlns:a16="http://schemas.microsoft.com/office/drawing/2014/main" id="{307308FF-A028-DF19-6FBD-D14F8C2B920B}"/>
              </a:ext>
            </a:extLst>
          </p:cNvPr>
          <p:cNvSpPr txBox="1"/>
          <p:nvPr/>
        </p:nvSpPr>
        <p:spPr>
          <a:xfrm>
            <a:off x="503581" y="222530"/>
            <a:ext cx="3869635" cy="400110"/>
          </a:xfrm>
          <a:prstGeom prst="rect">
            <a:avLst/>
          </a:prstGeom>
          <a:noFill/>
        </p:spPr>
        <p:txBody>
          <a:bodyPr wrap="square">
            <a:spAutoFit/>
          </a:bodyPr>
          <a:lstStyle/>
          <a:p>
            <a:pPr algn="ctr"/>
            <a:r>
              <a:rPr lang="en-US" sz="2000" b="1" dirty="0"/>
              <a:t>Analysis of Learning Path Type</a:t>
            </a:r>
          </a:p>
        </p:txBody>
      </p:sp>
      <p:cxnSp>
        <p:nvCxnSpPr>
          <p:cNvPr id="13" name="Straight Connector 12">
            <a:extLst>
              <a:ext uri="{FF2B5EF4-FFF2-40B4-BE49-F238E27FC236}">
                <a16:creationId xmlns:a16="http://schemas.microsoft.com/office/drawing/2014/main" id="{A00C7176-2F74-7AF3-8805-0B8F820608B3}"/>
              </a:ext>
            </a:extLst>
          </p:cNvPr>
          <p:cNvCxnSpPr>
            <a:cxnSpLocks/>
          </p:cNvCxnSpPr>
          <p:nvPr/>
        </p:nvCxnSpPr>
        <p:spPr>
          <a:xfrm>
            <a:off x="814181" y="178742"/>
            <a:ext cx="1125368"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513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5195-8C31-4C0F-1DE8-3B817CB7FA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C17E73-F917-38DE-43F1-FD6A156551AE}"/>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67FB161-505D-A74C-83C4-6976C54753A2}"/>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25556CA-7A70-83B7-E366-7EB4E172A335}"/>
              </a:ext>
            </a:extLst>
          </p:cNvPr>
          <p:cNvSpPr txBox="1"/>
          <p:nvPr/>
        </p:nvSpPr>
        <p:spPr>
          <a:xfrm>
            <a:off x="1332994" y="5812211"/>
            <a:ext cx="7200000" cy="646331"/>
          </a:xfrm>
          <a:prstGeom prst="rect">
            <a:avLst/>
          </a:prstGeom>
          <a:noFill/>
        </p:spPr>
        <p:txBody>
          <a:bodyPr wrap="square">
            <a:spAutoFit/>
          </a:bodyPr>
          <a:lstStyle/>
          <a:p>
            <a:pPr algn="just"/>
            <a:r>
              <a:rPr lang="en-IN" dirty="0"/>
              <a:t>This bar chart was created using Seaborn for comparing average mastery time across learning path types and Matplotlib for chart customization and styling.</a:t>
            </a:r>
          </a:p>
        </p:txBody>
      </p:sp>
      <p:sp>
        <p:nvSpPr>
          <p:cNvPr id="12" name="TextBox 11">
            <a:extLst>
              <a:ext uri="{FF2B5EF4-FFF2-40B4-BE49-F238E27FC236}">
                <a16:creationId xmlns:a16="http://schemas.microsoft.com/office/drawing/2014/main" id="{05395CFD-F0AE-9126-7EF0-0FFA21090178}"/>
              </a:ext>
            </a:extLst>
          </p:cNvPr>
          <p:cNvSpPr txBox="1"/>
          <p:nvPr/>
        </p:nvSpPr>
        <p:spPr>
          <a:xfrm>
            <a:off x="8922179" y="1997839"/>
            <a:ext cx="28800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t>Fully Adaptive learning paths require the least time to mastery</a:t>
            </a:r>
          </a:p>
          <a:p>
            <a:pPr marL="285750" indent="-285750" algn="just">
              <a:buFont typeface="Arial" panose="020B0604020202020204" pitchFamily="34" charset="0"/>
              <a:buChar char="•"/>
            </a:pPr>
            <a:r>
              <a:rPr lang="en-US" dirty="0"/>
              <a:t>Linear, Hybrid, and Branched paths show similar and higher mastery times.</a:t>
            </a:r>
          </a:p>
          <a:p>
            <a:pPr marL="285750" indent="-285750" algn="just">
              <a:buFont typeface="Arial" panose="020B0604020202020204" pitchFamily="34" charset="0"/>
              <a:buChar char="•"/>
            </a:pPr>
            <a:r>
              <a:rPr lang="en-US" dirty="0"/>
              <a:t>Adaptive learning significantly speeds up mastery.</a:t>
            </a:r>
          </a:p>
        </p:txBody>
      </p:sp>
      <p:pic>
        <p:nvPicPr>
          <p:cNvPr id="8" name="Picture 7">
            <a:extLst>
              <a:ext uri="{FF2B5EF4-FFF2-40B4-BE49-F238E27FC236}">
                <a16:creationId xmlns:a16="http://schemas.microsoft.com/office/drawing/2014/main" id="{B1E6BD6D-CD7A-AB57-CFCF-AA449BBEDE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672" y="990696"/>
            <a:ext cx="7207200" cy="4696250"/>
          </a:xfrm>
          <a:prstGeom prst="rect">
            <a:avLst/>
          </a:prstGeom>
        </p:spPr>
      </p:pic>
      <p:sp>
        <p:nvSpPr>
          <p:cNvPr id="9" name="TextBox 8">
            <a:extLst>
              <a:ext uri="{FF2B5EF4-FFF2-40B4-BE49-F238E27FC236}">
                <a16:creationId xmlns:a16="http://schemas.microsoft.com/office/drawing/2014/main" id="{B728C95A-A608-64D5-73DE-305E28F2A509}"/>
              </a:ext>
            </a:extLst>
          </p:cNvPr>
          <p:cNvSpPr txBox="1"/>
          <p:nvPr/>
        </p:nvSpPr>
        <p:spPr>
          <a:xfrm>
            <a:off x="702364" y="293221"/>
            <a:ext cx="3501887" cy="400110"/>
          </a:xfrm>
          <a:prstGeom prst="rect">
            <a:avLst/>
          </a:prstGeom>
          <a:noFill/>
        </p:spPr>
        <p:txBody>
          <a:bodyPr wrap="square">
            <a:spAutoFit/>
          </a:bodyPr>
          <a:lstStyle/>
          <a:p>
            <a:pPr algn="ctr"/>
            <a:r>
              <a:rPr lang="en-US" sz="2000" b="1" dirty="0"/>
              <a:t>Analysis of Learning Path Type</a:t>
            </a:r>
          </a:p>
        </p:txBody>
      </p:sp>
      <p:cxnSp>
        <p:nvCxnSpPr>
          <p:cNvPr id="10" name="Straight Connector 9">
            <a:extLst>
              <a:ext uri="{FF2B5EF4-FFF2-40B4-BE49-F238E27FC236}">
                <a16:creationId xmlns:a16="http://schemas.microsoft.com/office/drawing/2014/main" id="{238C87F1-ED32-0962-8B53-BA298C5F5F19}"/>
              </a:ext>
            </a:extLst>
          </p:cNvPr>
          <p:cNvCxnSpPr>
            <a:cxnSpLocks/>
          </p:cNvCxnSpPr>
          <p:nvPr/>
        </p:nvCxnSpPr>
        <p:spPr>
          <a:xfrm flipV="1">
            <a:off x="882336" y="1874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7325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3230A-29A9-78B2-E633-6F83DB9C74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FC7B05-48F9-F294-C02F-2ED18289DF72}"/>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4FFEEAB-DC51-F94F-12AF-E0EB83CBE2E8}"/>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B0EB1AA-FF70-62A6-61FF-F2D0709A60B8}"/>
              </a:ext>
            </a:extLst>
          </p:cNvPr>
          <p:cNvSpPr txBox="1"/>
          <p:nvPr/>
        </p:nvSpPr>
        <p:spPr>
          <a:xfrm>
            <a:off x="1332995" y="5812212"/>
            <a:ext cx="7200000" cy="1200329"/>
          </a:xfrm>
          <a:prstGeom prst="rect">
            <a:avLst/>
          </a:prstGeom>
          <a:noFill/>
        </p:spPr>
        <p:txBody>
          <a:bodyPr wrap="square">
            <a:spAutoFit/>
          </a:bodyPr>
          <a:lstStyle/>
          <a:p>
            <a:pPr algn="just"/>
            <a:r>
              <a:rPr lang="en-IN" dirty="0"/>
              <a:t>This point plot was created using Pandas for completion status mapping and Seaborn with Matplotlib for comparative confidence interval visualization across learning path types.</a:t>
            </a:r>
          </a:p>
          <a:p>
            <a:pPr algn="just"/>
            <a:endParaRPr lang="en-IN" dirty="0"/>
          </a:p>
        </p:txBody>
      </p:sp>
      <p:sp>
        <p:nvSpPr>
          <p:cNvPr id="12" name="TextBox 11">
            <a:extLst>
              <a:ext uri="{FF2B5EF4-FFF2-40B4-BE49-F238E27FC236}">
                <a16:creationId xmlns:a16="http://schemas.microsoft.com/office/drawing/2014/main" id="{2421C8C3-FEDD-899B-05FD-BC614DA5C5FC}"/>
              </a:ext>
            </a:extLst>
          </p:cNvPr>
          <p:cNvSpPr txBox="1"/>
          <p:nvPr/>
        </p:nvSpPr>
        <p:spPr>
          <a:xfrm>
            <a:off x="8922178" y="2136339"/>
            <a:ext cx="2880000"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Fully Adaptive paths show the best mastery performance.</a:t>
            </a:r>
          </a:p>
          <a:p>
            <a:pPr marL="285750" indent="-285750" algn="just">
              <a:buFont typeface="Arial" panose="020B0604020202020204" pitchFamily="34" charset="0"/>
              <a:buChar char="•"/>
            </a:pPr>
            <a:r>
              <a:rPr lang="en-US" dirty="0"/>
              <a:t>Completers have slightly stronger mastery scores than dropouts.</a:t>
            </a:r>
          </a:p>
          <a:p>
            <a:pPr marL="285750" indent="-285750" algn="just">
              <a:buFont typeface="Arial" panose="020B0604020202020204" pitchFamily="34" charset="0"/>
              <a:buChar char="•"/>
            </a:pPr>
            <a:r>
              <a:rPr lang="en-US" dirty="0"/>
              <a:t>Linear and Branched Paths Show Lower Mastery Scores</a:t>
            </a:r>
          </a:p>
        </p:txBody>
      </p:sp>
      <p:pic>
        <p:nvPicPr>
          <p:cNvPr id="7" name="Picture 6">
            <a:extLst>
              <a:ext uri="{FF2B5EF4-FFF2-40B4-BE49-F238E27FC236}">
                <a16:creationId xmlns:a16="http://schemas.microsoft.com/office/drawing/2014/main" id="{C84EE19B-DA40-4F35-57FE-65DF80F21B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820" y="801290"/>
            <a:ext cx="7680975" cy="5010922"/>
          </a:xfrm>
          <a:prstGeom prst="rect">
            <a:avLst/>
          </a:prstGeom>
        </p:spPr>
      </p:pic>
      <p:sp>
        <p:nvSpPr>
          <p:cNvPr id="9" name="TextBox 8">
            <a:extLst>
              <a:ext uri="{FF2B5EF4-FFF2-40B4-BE49-F238E27FC236}">
                <a16:creationId xmlns:a16="http://schemas.microsoft.com/office/drawing/2014/main" id="{3F5C8E18-D161-E71A-68A9-104C07624EB3}"/>
              </a:ext>
            </a:extLst>
          </p:cNvPr>
          <p:cNvSpPr txBox="1"/>
          <p:nvPr/>
        </p:nvSpPr>
        <p:spPr>
          <a:xfrm>
            <a:off x="771939" y="188680"/>
            <a:ext cx="3392590" cy="400110"/>
          </a:xfrm>
          <a:prstGeom prst="rect">
            <a:avLst/>
          </a:prstGeom>
          <a:noFill/>
        </p:spPr>
        <p:txBody>
          <a:bodyPr wrap="square">
            <a:spAutoFit/>
          </a:bodyPr>
          <a:lstStyle/>
          <a:p>
            <a:pPr algn="ctr"/>
            <a:r>
              <a:rPr lang="en-US" sz="2000" b="1" dirty="0"/>
              <a:t>Analysis of Learning Path Type</a:t>
            </a:r>
          </a:p>
        </p:txBody>
      </p:sp>
      <p:cxnSp>
        <p:nvCxnSpPr>
          <p:cNvPr id="10" name="Straight Connector 9">
            <a:extLst>
              <a:ext uri="{FF2B5EF4-FFF2-40B4-BE49-F238E27FC236}">
                <a16:creationId xmlns:a16="http://schemas.microsoft.com/office/drawing/2014/main" id="{683E5DE9-CEDE-A15D-E04F-591126871F87}"/>
              </a:ext>
            </a:extLst>
          </p:cNvPr>
          <p:cNvCxnSpPr>
            <a:cxnSpLocks/>
          </p:cNvCxnSpPr>
          <p:nvPr/>
        </p:nvCxnSpPr>
        <p:spPr>
          <a:xfrm flipV="1">
            <a:off x="882336" y="1874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953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53EAC-B016-5113-159B-BB61A22452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6A1BBA-AB02-4BF7-99E2-E4721F43295E}"/>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6E774DE-543D-71BD-304E-F706A9D97290}"/>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07DD104-5836-796C-D36E-39A1C4DB77C1}"/>
              </a:ext>
            </a:extLst>
          </p:cNvPr>
          <p:cNvSpPr txBox="1"/>
          <p:nvPr/>
        </p:nvSpPr>
        <p:spPr>
          <a:xfrm>
            <a:off x="1282268" y="5657671"/>
            <a:ext cx="7330626" cy="923330"/>
          </a:xfrm>
          <a:prstGeom prst="rect">
            <a:avLst/>
          </a:prstGeom>
          <a:noFill/>
        </p:spPr>
        <p:txBody>
          <a:bodyPr wrap="square">
            <a:spAutoFit/>
          </a:bodyPr>
          <a:lstStyle/>
          <a:p>
            <a:pPr algn="just"/>
            <a:r>
              <a:rPr lang="en-US" dirty="0"/>
              <a:t>This boxplot was created using Pandas to calculate skill gain and Seaborn with Matplotlib for comparative distribution analysis and chart customization.</a:t>
            </a:r>
            <a:endParaRPr lang="en-IN" dirty="0"/>
          </a:p>
        </p:txBody>
      </p:sp>
      <p:sp>
        <p:nvSpPr>
          <p:cNvPr id="12" name="TextBox 11">
            <a:extLst>
              <a:ext uri="{FF2B5EF4-FFF2-40B4-BE49-F238E27FC236}">
                <a16:creationId xmlns:a16="http://schemas.microsoft.com/office/drawing/2014/main" id="{33ABEAE9-1254-D3E6-836B-4C1901E418C0}"/>
              </a:ext>
            </a:extLst>
          </p:cNvPr>
          <p:cNvSpPr txBox="1"/>
          <p:nvPr/>
        </p:nvSpPr>
        <p:spPr>
          <a:xfrm>
            <a:off x="9009765" y="2136339"/>
            <a:ext cx="2880000"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Skill gains are consistent across all paths.</a:t>
            </a:r>
          </a:p>
          <a:p>
            <a:pPr marL="285750" indent="-285750" algn="just">
              <a:buFont typeface="Arial" panose="020B0604020202020204" pitchFamily="34" charset="0"/>
              <a:buChar char="•"/>
            </a:pPr>
            <a:r>
              <a:rPr lang="en-US" dirty="0"/>
              <a:t>Skill gains are marginally higher in Fully Adaptive and Hybrid paths</a:t>
            </a:r>
          </a:p>
          <a:p>
            <a:pPr marL="285750" indent="-285750" algn="just">
              <a:buFont typeface="Arial" panose="020B0604020202020204" pitchFamily="34" charset="0"/>
              <a:buChar char="•"/>
            </a:pPr>
            <a:r>
              <a:rPr lang="en-US" dirty="0"/>
              <a:t>High variability exists among learners</a:t>
            </a:r>
          </a:p>
        </p:txBody>
      </p:sp>
      <p:sp>
        <p:nvSpPr>
          <p:cNvPr id="6" name="TextBox 5">
            <a:extLst>
              <a:ext uri="{FF2B5EF4-FFF2-40B4-BE49-F238E27FC236}">
                <a16:creationId xmlns:a16="http://schemas.microsoft.com/office/drawing/2014/main" id="{E4AEC765-4FA6-5C3C-8252-23F63F5FE629}"/>
              </a:ext>
            </a:extLst>
          </p:cNvPr>
          <p:cNvSpPr txBox="1"/>
          <p:nvPr/>
        </p:nvSpPr>
        <p:spPr>
          <a:xfrm>
            <a:off x="718930" y="187472"/>
            <a:ext cx="3531705" cy="400110"/>
          </a:xfrm>
          <a:prstGeom prst="rect">
            <a:avLst/>
          </a:prstGeom>
          <a:noFill/>
        </p:spPr>
        <p:txBody>
          <a:bodyPr wrap="square">
            <a:spAutoFit/>
          </a:bodyPr>
          <a:lstStyle/>
          <a:p>
            <a:pPr algn="ctr"/>
            <a:r>
              <a:rPr lang="en-US" sz="2000" b="1" dirty="0"/>
              <a:t>Analysis of Learning Path Type</a:t>
            </a:r>
          </a:p>
        </p:txBody>
      </p:sp>
      <p:cxnSp>
        <p:nvCxnSpPr>
          <p:cNvPr id="8" name="Straight Connector 7">
            <a:extLst>
              <a:ext uri="{FF2B5EF4-FFF2-40B4-BE49-F238E27FC236}">
                <a16:creationId xmlns:a16="http://schemas.microsoft.com/office/drawing/2014/main" id="{732B77DC-55CD-01A8-5B4E-6030585BE17B}"/>
              </a:ext>
            </a:extLst>
          </p:cNvPr>
          <p:cNvCxnSpPr>
            <a:cxnSpLocks/>
          </p:cNvCxnSpPr>
          <p:nvPr/>
        </p:nvCxnSpPr>
        <p:spPr>
          <a:xfrm flipV="1">
            <a:off x="882336" y="1874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952B867-1C20-5520-E58E-883258722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923" y="1154407"/>
            <a:ext cx="7330626" cy="4299543"/>
          </a:xfrm>
          <a:prstGeom prst="rect">
            <a:avLst/>
          </a:prstGeom>
        </p:spPr>
      </p:pic>
    </p:spTree>
    <p:extLst>
      <p:ext uri="{BB962C8B-B14F-4D97-AF65-F5344CB8AC3E}">
        <p14:creationId xmlns:p14="http://schemas.microsoft.com/office/powerpoint/2010/main" val="524284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0A3D4-85C6-BDD8-3199-C57280CB92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35EE7E-B05E-5110-1CB8-A77B127699AC}"/>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6C4225C-D2E8-7A81-8052-24A9E5FFBAF5}"/>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F69EE50-16E3-65C3-F680-9C6CAC70742E}"/>
              </a:ext>
            </a:extLst>
          </p:cNvPr>
          <p:cNvSpPr txBox="1"/>
          <p:nvPr/>
        </p:nvSpPr>
        <p:spPr>
          <a:xfrm>
            <a:off x="1332995" y="5812212"/>
            <a:ext cx="7330626" cy="923330"/>
          </a:xfrm>
          <a:prstGeom prst="rect">
            <a:avLst/>
          </a:prstGeom>
          <a:noFill/>
        </p:spPr>
        <p:txBody>
          <a:bodyPr wrap="square">
            <a:spAutoFit/>
          </a:bodyPr>
          <a:lstStyle/>
          <a:p>
            <a:pPr algn="just"/>
            <a:r>
              <a:rPr lang="en-IN" dirty="0"/>
              <a:t>This heatmap was created using Pandas for grouped metric aggregation, Seaborn for comparative heatmap visualization, and Matplotlib for chart customization and layout styling.</a:t>
            </a:r>
          </a:p>
        </p:txBody>
      </p:sp>
      <p:sp>
        <p:nvSpPr>
          <p:cNvPr id="12" name="TextBox 11">
            <a:extLst>
              <a:ext uri="{FF2B5EF4-FFF2-40B4-BE49-F238E27FC236}">
                <a16:creationId xmlns:a16="http://schemas.microsoft.com/office/drawing/2014/main" id="{C757BC23-E78F-E829-A481-9FD7BE0C9B56}"/>
              </a:ext>
            </a:extLst>
          </p:cNvPr>
          <p:cNvSpPr txBox="1"/>
          <p:nvPr/>
        </p:nvSpPr>
        <p:spPr>
          <a:xfrm>
            <a:off x="8922178" y="2136338"/>
            <a:ext cx="2880000"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t>Fully Adaptive paths are the most efficient.</a:t>
            </a:r>
          </a:p>
          <a:p>
            <a:pPr marL="285750" indent="-285750" algn="just">
              <a:buFont typeface="Arial" panose="020B0604020202020204" pitchFamily="34" charset="0"/>
              <a:buChar char="•"/>
            </a:pPr>
            <a:r>
              <a:rPr lang="en-US" dirty="0"/>
              <a:t>High quiz scores across every path.</a:t>
            </a:r>
          </a:p>
          <a:p>
            <a:pPr marL="285750" indent="-285750" algn="just">
              <a:buFont typeface="Arial" panose="020B0604020202020204" pitchFamily="34" charset="0"/>
              <a:buChar char="•"/>
            </a:pPr>
            <a:r>
              <a:rPr lang="en-US"/>
              <a:t>Video completion </a:t>
            </a:r>
            <a:r>
              <a:rPr lang="en-US" dirty="0"/>
              <a:t>and assignment submission rates are similar</a:t>
            </a:r>
          </a:p>
          <a:p>
            <a:pPr marL="285750" indent="-285750" algn="just">
              <a:buFont typeface="Arial" panose="020B0604020202020204" pitchFamily="34" charset="0"/>
              <a:buChar char="•"/>
            </a:pPr>
            <a:r>
              <a:rPr lang="en-US" dirty="0"/>
              <a:t>Fully Adaptive Paths still outperform overall</a:t>
            </a:r>
          </a:p>
        </p:txBody>
      </p:sp>
      <p:pic>
        <p:nvPicPr>
          <p:cNvPr id="10" name="Picture 9">
            <a:extLst>
              <a:ext uri="{FF2B5EF4-FFF2-40B4-BE49-F238E27FC236}">
                <a16:creationId xmlns:a16="http://schemas.microsoft.com/office/drawing/2014/main" id="{3D5CE56A-EDE1-528A-71D4-559BC786B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2994" y="812700"/>
            <a:ext cx="7330626" cy="4882422"/>
          </a:xfrm>
          <a:prstGeom prst="rect">
            <a:avLst/>
          </a:prstGeom>
        </p:spPr>
      </p:pic>
      <p:sp>
        <p:nvSpPr>
          <p:cNvPr id="13" name="TextBox 12">
            <a:extLst>
              <a:ext uri="{FF2B5EF4-FFF2-40B4-BE49-F238E27FC236}">
                <a16:creationId xmlns:a16="http://schemas.microsoft.com/office/drawing/2014/main" id="{AFE7544D-A9D7-DCD6-E6D4-60DF3CAA2189}"/>
              </a:ext>
            </a:extLst>
          </p:cNvPr>
          <p:cNvSpPr txBox="1"/>
          <p:nvPr/>
        </p:nvSpPr>
        <p:spPr>
          <a:xfrm>
            <a:off x="718930" y="187472"/>
            <a:ext cx="3531705" cy="400110"/>
          </a:xfrm>
          <a:prstGeom prst="rect">
            <a:avLst/>
          </a:prstGeom>
          <a:noFill/>
        </p:spPr>
        <p:txBody>
          <a:bodyPr wrap="square">
            <a:spAutoFit/>
          </a:bodyPr>
          <a:lstStyle/>
          <a:p>
            <a:pPr algn="ctr"/>
            <a:r>
              <a:rPr lang="en-US" sz="2000" b="1" dirty="0"/>
              <a:t>Analysis of Learning Path Type</a:t>
            </a:r>
          </a:p>
        </p:txBody>
      </p:sp>
      <p:cxnSp>
        <p:nvCxnSpPr>
          <p:cNvPr id="14" name="Straight Connector 13">
            <a:extLst>
              <a:ext uri="{FF2B5EF4-FFF2-40B4-BE49-F238E27FC236}">
                <a16:creationId xmlns:a16="http://schemas.microsoft.com/office/drawing/2014/main" id="{10219FDD-E6F5-EE83-CE09-19CE5A89858C}"/>
              </a:ext>
            </a:extLst>
          </p:cNvPr>
          <p:cNvCxnSpPr>
            <a:cxnSpLocks/>
          </p:cNvCxnSpPr>
          <p:nvPr/>
        </p:nvCxnSpPr>
        <p:spPr>
          <a:xfrm flipV="1">
            <a:off x="882336" y="187472"/>
            <a:ext cx="1433481" cy="1209"/>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90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F53475-122A-332F-5715-9ED3D6A829BE}"/>
              </a:ext>
            </a:extLst>
          </p:cNvPr>
          <p:cNvSpPr txBox="1"/>
          <p:nvPr/>
        </p:nvSpPr>
        <p:spPr>
          <a:xfrm>
            <a:off x="1272209" y="193429"/>
            <a:ext cx="9376722" cy="707886"/>
          </a:xfrm>
          <a:prstGeom prst="rect">
            <a:avLst/>
          </a:prstGeom>
          <a:noFill/>
        </p:spPr>
        <p:txBody>
          <a:bodyPr wrap="square">
            <a:spAutoFit/>
          </a:bodyPr>
          <a:lstStyle/>
          <a:p>
            <a:pPr lvl="1" algn="ctr"/>
            <a:r>
              <a:rPr lang="en-GB" sz="4000" b="1" dirty="0">
                <a:solidFill>
                  <a:srgbClr val="034C53"/>
                </a:solidFill>
                <a:cs typeface="Segoe UI" panose="020B0502040204020203" pitchFamily="34" charset="0"/>
              </a:rPr>
              <a:t>KEY INSIGHTS</a:t>
            </a:r>
          </a:p>
        </p:txBody>
      </p:sp>
      <p:sp>
        <p:nvSpPr>
          <p:cNvPr id="22" name="Freeform: Shape 21">
            <a:extLst>
              <a:ext uri="{FF2B5EF4-FFF2-40B4-BE49-F238E27FC236}">
                <a16:creationId xmlns:a16="http://schemas.microsoft.com/office/drawing/2014/main" id="{6AC66D1B-9130-3B48-5E12-1C2BADA42C04}"/>
              </a:ext>
            </a:extLst>
          </p:cNvPr>
          <p:cNvSpPr/>
          <p:nvPr/>
        </p:nvSpPr>
        <p:spPr bwMode="auto">
          <a:xfrm>
            <a:off x="1537888" y="1075860"/>
            <a:ext cx="9682799" cy="5435979"/>
          </a:xfrm>
          <a:custGeom>
            <a:avLst/>
            <a:gdLst>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8987 h 3374825"/>
              <a:gd name="connsiteX5" fmla="*/ 3289877 w 4660334"/>
              <a:gd name="connsiteY5" fmla="*/ 1699200 h 3374825"/>
              <a:gd name="connsiteX6" fmla="*/ 3289877 w 4660334"/>
              <a:gd name="connsiteY6" fmla="*/ 1696921 h 3374825"/>
              <a:gd name="connsiteX7" fmla="*/ 2900136 w 4660334"/>
              <a:gd name="connsiteY7" fmla="*/ 1697037 h 3374825"/>
              <a:gd name="connsiteX8" fmla="*/ 2526279 w 4660334"/>
              <a:gd name="connsiteY8" fmla="*/ 2014538 h 3374825"/>
              <a:gd name="connsiteX9" fmla="*/ 2528661 w 4660334"/>
              <a:gd name="connsiteY9" fmla="*/ 3031331 h 3374825"/>
              <a:gd name="connsiteX10" fmla="*/ 2080986 w 4660334"/>
              <a:gd name="connsiteY10" fmla="*/ 3373437 h 3374825"/>
              <a:gd name="connsiteX11" fmla="*/ 0 w 4660334"/>
              <a:gd name="connsiteY11" fmla="*/ 3374825 h 3374825"/>
              <a:gd name="connsiteX12" fmla="*/ 0 w 4660334"/>
              <a:gd name="connsiteY12" fmla="*/ 1 h 3374825"/>
              <a:gd name="connsiteX13" fmla="*/ 3289877 w 4660334"/>
              <a:gd name="connsiteY13" fmla="*/ 1 h 3374825"/>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8987 h 3374825"/>
              <a:gd name="connsiteX5" fmla="*/ 3289877 w 4660334"/>
              <a:gd name="connsiteY5" fmla="*/ 1699200 h 3374825"/>
              <a:gd name="connsiteX6" fmla="*/ 2900136 w 4660334"/>
              <a:gd name="connsiteY6" fmla="*/ 1697037 h 3374825"/>
              <a:gd name="connsiteX7" fmla="*/ 2526279 w 4660334"/>
              <a:gd name="connsiteY7" fmla="*/ 2014538 h 3374825"/>
              <a:gd name="connsiteX8" fmla="*/ 2528661 w 4660334"/>
              <a:gd name="connsiteY8" fmla="*/ 3031331 h 3374825"/>
              <a:gd name="connsiteX9" fmla="*/ 2080986 w 4660334"/>
              <a:gd name="connsiteY9" fmla="*/ 3373437 h 3374825"/>
              <a:gd name="connsiteX10" fmla="*/ 0 w 4660334"/>
              <a:gd name="connsiteY10" fmla="*/ 3374825 h 3374825"/>
              <a:gd name="connsiteX11" fmla="*/ 0 w 4660334"/>
              <a:gd name="connsiteY11" fmla="*/ 1 h 3374825"/>
              <a:gd name="connsiteX12" fmla="*/ 3289877 w 4660334"/>
              <a:gd name="connsiteY12" fmla="*/ 1 h 3374825"/>
              <a:gd name="connsiteX13" fmla="*/ 3289877 w 4660334"/>
              <a:gd name="connsiteY13" fmla="*/ 0 h 3374825"/>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8987 h 3374825"/>
              <a:gd name="connsiteX5" fmla="*/ 2900136 w 4660334"/>
              <a:gd name="connsiteY5" fmla="*/ 1697037 h 3374825"/>
              <a:gd name="connsiteX6" fmla="*/ 2526279 w 4660334"/>
              <a:gd name="connsiteY6" fmla="*/ 2014538 h 3374825"/>
              <a:gd name="connsiteX7" fmla="*/ 2528661 w 4660334"/>
              <a:gd name="connsiteY7" fmla="*/ 3031331 h 3374825"/>
              <a:gd name="connsiteX8" fmla="*/ 2080986 w 4660334"/>
              <a:gd name="connsiteY8" fmla="*/ 3373437 h 3374825"/>
              <a:gd name="connsiteX9" fmla="*/ 0 w 4660334"/>
              <a:gd name="connsiteY9" fmla="*/ 3374825 h 3374825"/>
              <a:gd name="connsiteX10" fmla="*/ 0 w 4660334"/>
              <a:gd name="connsiteY10" fmla="*/ 1 h 3374825"/>
              <a:gd name="connsiteX11" fmla="*/ 3289877 w 4660334"/>
              <a:gd name="connsiteY11" fmla="*/ 1 h 3374825"/>
              <a:gd name="connsiteX12" fmla="*/ 3289877 w 4660334"/>
              <a:gd name="connsiteY12" fmla="*/ 0 h 3374825"/>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4225 h 3374825"/>
              <a:gd name="connsiteX5" fmla="*/ 2900136 w 4660334"/>
              <a:gd name="connsiteY5" fmla="*/ 1697037 h 3374825"/>
              <a:gd name="connsiteX6" fmla="*/ 2526279 w 4660334"/>
              <a:gd name="connsiteY6" fmla="*/ 2014538 h 3374825"/>
              <a:gd name="connsiteX7" fmla="*/ 2528661 w 4660334"/>
              <a:gd name="connsiteY7" fmla="*/ 3031331 h 3374825"/>
              <a:gd name="connsiteX8" fmla="*/ 2080986 w 4660334"/>
              <a:gd name="connsiteY8" fmla="*/ 3373437 h 3374825"/>
              <a:gd name="connsiteX9" fmla="*/ 0 w 4660334"/>
              <a:gd name="connsiteY9" fmla="*/ 3374825 h 3374825"/>
              <a:gd name="connsiteX10" fmla="*/ 0 w 4660334"/>
              <a:gd name="connsiteY10" fmla="*/ 1 h 3374825"/>
              <a:gd name="connsiteX11" fmla="*/ 3289877 w 4660334"/>
              <a:gd name="connsiteY11" fmla="*/ 1 h 3374825"/>
              <a:gd name="connsiteX12" fmla="*/ 3289877 w 4660334"/>
              <a:gd name="connsiteY12" fmla="*/ 0 h 3374825"/>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4225 h 3374825"/>
              <a:gd name="connsiteX5" fmla="*/ 2900136 w 4660334"/>
              <a:gd name="connsiteY5" fmla="*/ 1697037 h 3374825"/>
              <a:gd name="connsiteX6" fmla="*/ 2526279 w 4660334"/>
              <a:gd name="connsiteY6" fmla="*/ 2014538 h 3374825"/>
              <a:gd name="connsiteX7" fmla="*/ 2528661 w 4660334"/>
              <a:gd name="connsiteY7" fmla="*/ 3031331 h 3374825"/>
              <a:gd name="connsiteX8" fmla="*/ 2080986 w 4660334"/>
              <a:gd name="connsiteY8" fmla="*/ 3373437 h 3374825"/>
              <a:gd name="connsiteX9" fmla="*/ 0 w 4660334"/>
              <a:gd name="connsiteY9" fmla="*/ 3374825 h 3374825"/>
              <a:gd name="connsiteX10" fmla="*/ 0 w 4660334"/>
              <a:gd name="connsiteY10" fmla="*/ 1 h 3374825"/>
              <a:gd name="connsiteX11" fmla="*/ 3289877 w 4660334"/>
              <a:gd name="connsiteY11" fmla="*/ 1 h 3374825"/>
              <a:gd name="connsiteX12" fmla="*/ 3289877 w 4660334"/>
              <a:gd name="connsiteY12" fmla="*/ 0 h 3374825"/>
              <a:gd name="connsiteX0" fmla="*/ 3289877 w 4660334"/>
              <a:gd name="connsiteY0" fmla="*/ 0 h 3374825"/>
              <a:gd name="connsiteX1" fmla="*/ 4660334 w 4660334"/>
              <a:gd name="connsiteY1" fmla="*/ 0 h 3374825"/>
              <a:gd name="connsiteX2" fmla="*/ 4358255 w 4660334"/>
              <a:gd name="connsiteY2" fmla="*/ 249639 h 3374825"/>
              <a:gd name="connsiteX3" fmla="*/ 4358255 w 4660334"/>
              <a:gd name="connsiteY3" fmla="*/ 1330886 h 3374825"/>
              <a:gd name="connsiteX4" fmla="*/ 3998686 w 4660334"/>
              <a:gd name="connsiteY4" fmla="*/ 1694225 h 3374825"/>
              <a:gd name="connsiteX5" fmla="*/ 2900136 w 4660334"/>
              <a:gd name="connsiteY5" fmla="*/ 1697037 h 3374825"/>
              <a:gd name="connsiteX6" fmla="*/ 2526279 w 4660334"/>
              <a:gd name="connsiteY6" fmla="*/ 2014538 h 3374825"/>
              <a:gd name="connsiteX7" fmla="*/ 2528661 w 4660334"/>
              <a:gd name="connsiteY7" fmla="*/ 3031331 h 3374825"/>
              <a:gd name="connsiteX8" fmla="*/ 2080986 w 4660334"/>
              <a:gd name="connsiteY8" fmla="*/ 3373437 h 3374825"/>
              <a:gd name="connsiteX9" fmla="*/ 0 w 4660334"/>
              <a:gd name="connsiteY9" fmla="*/ 3374825 h 3374825"/>
              <a:gd name="connsiteX10" fmla="*/ 0 w 4660334"/>
              <a:gd name="connsiteY10" fmla="*/ 1 h 3374825"/>
              <a:gd name="connsiteX11" fmla="*/ 3289877 w 4660334"/>
              <a:gd name="connsiteY11" fmla="*/ 1 h 3374825"/>
              <a:gd name="connsiteX12" fmla="*/ 3289877 w 4660334"/>
              <a:gd name="connsiteY12" fmla="*/ 0 h 33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0334" h="3374825">
                <a:moveTo>
                  <a:pt x="3289877" y="0"/>
                </a:moveTo>
                <a:lnTo>
                  <a:pt x="4660334" y="0"/>
                </a:lnTo>
                <a:cubicBezTo>
                  <a:pt x="4495347" y="2119"/>
                  <a:pt x="4358935" y="192662"/>
                  <a:pt x="4358255" y="249639"/>
                </a:cubicBezTo>
                <a:lnTo>
                  <a:pt x="4358255" y="1330886"/>
                </a:lnTo>
                <a:cubicBezTo>
                  <a:pt x="4359842" y="1479823"/>
                  <a:pt x="4254272" y="1693164"/>
                  <a:pt x="3998686" y="1694225"/>
                </a:cubicBezTo>
                <a:lnTo>
                  <a:pt x="2900136" y="1697037"/>
                </a:lnTo>
                <a:cubicBezTo>
                  <a:pt x="2704079" y="1693333"/>
                  <a:pt x="2531836" y="1846792"/>
                  <a:pt x="2526279" y="2014538"/>
                </a:cubicBezTo>
                <a:cubicBezTo>
                  <a:pt x="2528660" y="2354263"/>
                  <a:pt x="2526280" y="2691606"/>
                  <a:pt x="2528661" y="3031331"/>
                </a:cubicBezTo>
                <a:cubicBezTo>
                  <a:pt x="2527074" y="3314435"/>
                  <a:pt x="2318317" y="3373702"/>
                  <a:pt x="2080986" y="3373437"/>
                </a:cubicBezTo>
                <a:lnTo>
                  <a:pt x="0" y="3374825"/>
                </a:lnTo>
                <a:lnTo>
                  <a:pt x="0" y="1"/>
                </a:lnTo>
                <a:lnTo>
                  <a:pt x="3289877" y="1"/>
                </a:lnTo>
                <a:lnTo>
                  <a:pt x="3289877" y="0"/>
                </a:lnTo>
                <a:close/>
              </a:path>
            </a:pathLst>
          </a:custGeom>
          <a:solidFill>
            <a:srgbClr val="007074"/>
          </a:solidFill>
          <a:ln>
            <a:noFill/>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C0588997-A6FF-6558-67F1-66803DAF967C}"/>
              </a:ext>
            </a:extLst>
          </p:cNvPr>
          <p:cNvSpPr/>
          <p:nvPr/>
        </p:nvSpPr>
        <p:spPr>
          <a:xfrm>
            <a:off x="1544748" y="1893920"/>
            <a:ext cx="5431033" cy="4247317"/>
          </a:xfrm>
          <a:prstGeom prst="rect">
            <a:avLst/>
          </a:prstGeom>
        </p:spPr>
        <p:txBody>
          <a:bodyPr wrap="square">
            <a:spAutoFit/>
          </a:bodyPr>
          <a:lstStyle/>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Learner demographics show a young, globally diverse audience</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Course completion rates are relatively low</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Course completion is strongly driven by engagement intensity</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Technical and Career-Oriented Courses Drive Higher Completion</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Digital literacy has a major impact on learning outcomes</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Adaptive learning paths perform better than traditional models</a:t>
            </a:r>
          </a:p>
        </p:txBody>
      </p:sp>
      <p:sp>
        <p:nvSpPr>
          <p:cNvPr id="3" name="Rectangle 2">
            <a:extLst>
              <a:ext uri="{FF2B5EF4-FFF2-40B4-BE49-F238E27FC236}">
                <a16:creationId xmlns:a16="http://schemas.microsoft.com/office/drawing/2014/main" id="{6B864119-C9CA-DD44-F6E3-D8061A004F18}"/>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A3B899D-1AC6-D4FC-0B0E-168D4131A479}"/>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E9ABC9A2-8BFF-EDF4-CFA9-E7F5CD0176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3206" y="1424950"/>
            <a:ext cx="4877481" cy="4877481"/>
          </a:xfrm>
          <a:prstGeom prst="rect">
            <a:avLst/>
          </a:prstGeom>
        </p:spPr>
      </p:pic>
      <p:cxnSp>
        <p:nvCxnSpPr>
          <p:cNvPr id="4" name="Straight Connector 3">
            <a:extLst>
              <a:ext uri="{FF2B5EF4-FFF2-40B4-BE49-F238E27FC236}">
                <a16:creationId xmlns:a16="http://schemas.microsoft.com/office/drawing/2014/main" id="{36A92CF0-C3B9-DB05-86F1-7459F3672E26}"/>
              </a:ext>
            </a:extLst>
          </p:cNvPr>
          <p:cNvCxnSpPr>
            <a:cxnSpLocks/>
          </p:cNvCxnSpPr>
          <p:nvPr/>
        </p:nvCxnSpPr>
        <p:spPr>
          <a:xfrm>
            <a:off x="6343206" y="193429"/>
            <a:ext cx="1271358"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506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C0611-5E0D-3D01-5436-639DD4992B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104496-F231-FE88-A14F-719EB9B352D6}"/>
              </a:ext>
            </a:extLst>
          </p:cNvPr>
          <p:cNvSpPr txBox="1"/>
          <p:nvPr/>
        </p:nvSpPr>
        <p:spPr>
          <a:xfrm>
            <a:off x="3327473" y="176316"/>
            <a:ext cx="6147339" cy="523220"/>
          </a:xfrm>
          <a:prstGeom prst="rect">
            <a:avLst/>
          </a:prstGeom>
          <a:noFill/>
        </p:spPr>
        <p:txBody>
          <a:bodyPr wrap="square">
            <a:spAutoFit/>
          </a:bodyPr>
          <a:lstStyle/>
          <a:p>
            <a:pPr algn="ctr"/>
            <a:r>
              <a:rPr lang="en-GB" sz="2800" b="1" dirty="0">
                <a:solidFill>
                  <a:srgbClr val="034C53"/>
                </a:solidFill>
                <a:latin typeface="Segoe UI" panose="020B0502040204020203" pitchFamily="34" charset="0"/>
                <a:cs typeface="Segoe UI" panose="020B0502040204020203" pitchFamily="34" charset="0"/>
              </a:rPr>
              <a:t>RECOMMENDATIONS</a:t>
            </a:r>
          </a:p>
        </p:txBody>
      </p:sp>
      <p:sp>
        <p:nvSpPr>
          <p:cNvPr id="16" name="Freeform: Shape 15">
            <a:extLst>
              <a:ext uri="{FF2B5EF4-FFF2-40B4-BE49-F238E27FC236}">
                <a16:creationId xmlns:a16="http://schemas.microsoft.com/office/drawing/2014/main" id="{1392CD12-0B35-0391-EBDB-212D386D84AA}"/>
              </a:ext>
            </a:extLst>
          </p:cNvPr>
          <p:cNvSpPr/>
          <p:nvPr/>
        </p:nvSpPr>
        <p:spPr bwMode="auto">
          <a:xfrm>
            <a:off x="1254000" y="869381"/>
            <a:ext cx="9684000" cy="5436000"/>
          </a:xfrm>
          <a:custGeom>
            <a:avLst/>
            <a:gdLst>
              <a:gd name="connsiteX0" fmla="*/ 4660334 w 4660334"/>
              <a:gd name="connsiteY0" fmla="*/ 0 h 3420000"/>
              <a:gd name="connsiteX1" fmla="*/ 4660334 w 4660334"/>
              <a:gd name="connsiteY1" fmla="*/ 3419999 h 3420000"/>
              <a:gd name="connsiteX2" fmla="*/ 1370457 w 4660334"/>
              <a:gd name="connsiteY2" fmla="*/ 3419999 h 3420000"/>
              <a:gd name="connsiteX3" fmla="*/ 1370457 w 4660334"/>
              <a:gd name="connsiteY3" fmla="*/ 3420000 h 3420000"/>
              <a:gd name="connsiteX4" fmla="*/ 0 w 4660334"/>
              <a:gd name="connsiteY4" fmla="*/ 3420000 h 3420000"/>
              <a:gd name="connsiteX5" fmla="*/ 302079 w 4660334"/>
              <a:gd name="connsiteY5" fmla="*/ 3167020 h 3420000"/>
              <a:gd name="connsiteX6" fmla="*/ 302079 w 4660334"/>
              <a:gd name="connsiteY6" fmla="*/ 2071299 h 3420000"/>
              <a:gd name="connsiteX7" fmla="*/ 661648 w 4660334"/>
              <a:gd name="connsiteY7" fmla="*/ 1703096 h 3420000"/>
              <a:gd name="connsiteX8" fmla="*/ 1760198 w 4660334"/>
              <a:gd name="connsiteY8" fmla="*/ 1700247 h 3420000"/>
              <a:gd name="connsiteX9" fmla="*/ 2134055 w 4660334"/>
              <a:gd name="connsiteY9" fmla="*/ 1378496 h 3420000"/>
              <a:gd name="connsiteX10" fmla="*/ 2131673 w 4660334"/>
              <a:gd name="connsiteY10" fmla="*/ 348092 h 3420000"/>
              <a:gd name="connsiteX11" fmla="*/ 2579348 w 4660334"/>
              <a:gd name="connsiteY11" fmla="*/ 1407 h 3420000"/>
              <a:gd name="connsiteX12" fmla="*/ 4660334 w 4660334"/>
              <a:gd name="connsiteY12" fmla="*/ 0 h 3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60334" h="3420000">
                <a:moveTo>
                  <a:pt x="4660334" y="0"/>
                </a:moveTo>
                <a:lnTo>
                  <a:pt x="4660334" y="3419999"/>
                </a:lnTo>
                <a:lnTo>
                  <a:pt x="1370457" y="3419999"/>
                </a:lnTo>
                <a:lnTo>
                  <a:pt x="1370457" y="3420000"/>
                </a:lnTo>
                <a:lnTo>
                  <a:pt x="0" y="3420000"/>
                </a:lnTo>
                <a:cubicBezTo>
                  <a:pt x="164987" y="3417853"/>
                  <a:pt x="301399" y="3224759"/>
                  <a:pt x="302079" y="3167020"/>
                </a:cubicBezTo>
                <a:lnTo>
                  <a:pt x="302079" y="2071299"/>
                </a:lnTo>
                <a:cubicBezTo>
                  <a:pt x="300492" y="1920368"/>
                  <a:pt x="406062" y="1704172"/>
                  <a:pt x="661648" y="1703096"/>
                </a:cubicBezTo>
                <a:lnTo>
                  <a:pt x="1760198" y="1700247"/>
                </a:lnTo>
                <a:cubicBezTo>
                  <a:pt x="1956255" y="1704000"/>
                  <a:pt x="2128498" y="1548487"/>
                  <a:pt x="2134055" y="1378496"/>
                </a:cubicBezTo>
                <a:cubicBezTo>
                  <a:pt x="2131674" y="1034223"/>
                  <a:pt x="2134054" y="692365"/>
                  <a:pt x="2131673" y="348092"/>
                </a:cubicBezTo>
                <a:cubicBezTo>
                  <a:pt x="2133260" y="61198"/>
                  <a:pt x="2342017" y="1138"/>
                  <a:pt x="2579348" y="1407"/>
                </a:cubicBezTo>
                <a:lnTo>
                  <a:pt x="4660334" y="0"/>
                </a:lnTo>
                <a:close/>
              </a:path>
            </a:pathLst>
          </a:custGeom>
          <a:solidFill>
            <a:srgbClr val="007074"/>
          </a:solidFill>
          <a:ln>
            <a:noFill/>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panose="020B0502040204020203" pitchFamily="34" charset="0"/>
              <a:cs typeface="Segoe UI" panose="020B0502040204020203" pitchFamily="34" charset="0"/>
            </a:endParaRPr>
          </a:p>
        </p:txBody>
      </p:sp>
      <p:sp>
        <p:nvSpPr>
          <p:cNvPr id="28" name="Rectangle 27">
            <a:extLst>
              <a:ext uri="{FF2B5EF4-FFF2-40B4-BE49-F238E27FC236}">
                <a16:creationId xmlns:a16="http://schemas.microsoft.com/office/drawing/2014/main" id="{1359460D-961F-2C2D-90EF-5B7872DC941C}"/>
              </a:ext>
            </a:extLst>
          </p:cNvPr>
          <p:cNvSpPr/>
          <p:nvPr/>
        </p:nvSpPr>
        <p:spPr>
          <a:xfrm>
            <a:off x="2751033" y="1209072"/>
            <a:ext cx="576440"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Do’s</a:t>
            </a:r>
            <a:endParaRPr kumimoji="0" lang="en-IN" sz="1600" b="1" i="0" u="none" strike="noStrike" kern="120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8F3C9D65-5E62-5814-4D75-DA911A5EF9E5}"/>
              </a:ext>
            </a:extLst>
          </p:cNvPr>
          <p:cNvSpPr/>
          <p:nvPr/>
        </p:nvSpPr>
        <p:spPr>
          <a:xfrm>
            <a:off x="6003541" y="1925387"/>
            <a:ext cx="5432400" cy="3323987"/>
          </a:xfrm>
          <a:prstGeom prst="rect">
            <a:avLst/>
          </a:prstGeom>
        </p:spPr>
        <p:txBody>
          <a:bodyPr wrap="square">
            <a:spAutoFit/>
          </a:bodyPr>
          <a:lstStyle/>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Improve Course Completion and Retention</a:t>
            </a:r>
          </a:p>
          <a:p>
            <a:pPr marL="266700" lvl="0" indent="-266700" fontAlgn="base">
              <a:spcBef>
                <a:spcPts val="600"/>
              </a:spcBef>
              <a:spcAft>
                <a:spcPts val="600"/>
              </a:spcAft>
              <a:buFont typeface="Arial" panose="020B0604020202020204" pitchFamily="34" charset="0"/>
              <a:buChar char="•"/>
              <a:defRPr/>
            </a:pPr>
            <a:r>
              <a:rPr lang="en-US" sz="2000" dirty="0">
                <a:solidFill>
                  <a:schemeClr val="bg1"/>
                </a:solidFill>
              </a:rPr>
              <a:t>Strengthen early‑stage engagement</a:t>
            </a:r>
          </a:p>
          <a:p>
            <a:pPr marL="266700" indent="-266700" fontAlgn="base">
              <a:spcBef>
                <a:spcPts val="600"/>
              </a:spcBef>
              <a:spcAft>
                <a:spcPts val="600"/>
              </a:spcAft>
              <a:buFont typeface="Arial" panose="020B0604020202020204" pitchFamily="34" charset="0"/>
              <a:buChar char="•"/>
              <a:defRPr/>
            </a:pPr>
            <a:r>
              <a:rPr lang="en-US" sz="2000" dirty="0">
                <a:solidFill>
                  <a:schemeClr val="bg1"/>
                </a:solidFill>
              </a:rPr>
              <a:t>Provide targeted support for low‑literacy learners.</a:t>
            </a:r>
          </a:p>
          <a:p>
            <a:pPr marL="266700" indent="-266700" fontAlgn="base">
              <a:spcBef>
                <a:spcPts val="600"/>
              </a:spcBef>
              <a:spcAft>
                <a:spcPts val="600"/>
              </a:spcAft>
              <a:buFont typeface="Arial" panose="020B0604020202020204" pitchFamily="34" charset="0"/>
              <a:buChar char="•"/>
              <a:defRPr/>
            </a:pPr>
            <a:r>
              <a:rPr lang="en-US" sz="2000" dirty="0">
                <a:solidFill>
                  <a:schemeClr val="bg1"/>
                </a:solidFill>
              </a:rPr>
              <a:t>Personalize learning experiences based on learner profiles.</a:t>
            </a:r>
          </a:p>
          <a:p>
            <a:pPr marL="266700" lvl="0" indent="-266700" fontAlgn="base">
              <a:spcBef>
                <a:spcPts val="600"/>
              </a:spcBef>
              <a:spcAft>
                <a:spcPts val="600"/>
              </a:spcAft>
              <a:buFont typeface="Arial" panose="020B0604020202020204" pitchFamily="34" charset="0"/>
              <a:buChar char="•"/>
              <a:defRPr/>
            </a:pPr>
            <a:r>
              <a:rPr lang="en-IN" sz="2000" dirty="0">
                <a:solidFill>
                  <a:schemeClr val="bg1"/>
                </a:solidFill>
              </a:rPr>
              <a:t>Expand High-Demand Course Categories</a:t>
            </a:r>
          </a:p>
          <a:p>
            <a:pPr marL="266700" indent="-266700" fontAlgn="base">
              <a:spcBef>
                <a:spcPts val="600"/>
              </a:spcBef>
              <a:spcAft>
                <a:spcPts val="600"/>
              </a:spcAft>
              <a:buFont typeface="Arial" panose="020B0604020202020204" pitchFamily="34" charset="0"/>
              <a:buChar char="•"/>
              <a:defRPr/>
            </a:pPr>
            <a:r>
              <a:rPr lang="en-US" sz="2000" dirty="0">
                <a:solidFill>
                  <a:schemeClr val="bg1"/>
                </a:solidFill>
              </a:rPr>
              <a:t>Invest in Adaptive Learning Technologies</a:t>
            </a:r>
          </a:p>
        </p:txBody>
      </p:sp>
      <p:sp>
        <p:nvSpPr>
          <p:cNvPr id="9" name="Rectangle 8">
            <a:extLst>
              <a:ext uri="{FF2B5EF4-FFF2-40B4-BE49-F238E27FC236}">
                <a16:creationId xmlns:a16="http://schemas.microsoft.com/office/drawing/2014/main" id="{AA1B4AFE-EA4B-5011-954F-E6BD01E0BCB5}"/>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94252BC-7D8B-EBEA-1D5B-1866F4ED0D97}"/>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056690FF-EB43-CD53-CB97-4633BB33C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907" y="771447"/>
            <a:ext cx="4877481" cy="4877481"/>
          </a:xfrm>
          <a:prstGeom prst="rect">
            <a:avLst/>
          </a:prstGeom>
        </p:spPr>
      </p:pic>
      <p:cxnSp>
        <p:nvCxnSpPr>
          <p:cNvPr id="5" name="Straight Connector 4">
            <a:extLst>
              <a:ext uri="{FF2B5EF4-FFF2-40B4-BE49-F238E27FC236}">
                <a16:creationId xmlns:a16="http://schemas.microsoft.com/office/drawing/2014/main" id="{CB4A2378-89F1-AF59-7E29-462D4544FF79}"/>
              </a:ext>
            </a:extLst>
          </p:cNvPr>
          <p:cNvCxnSpPr>
            <a:cxnSpLocks/>
          </p:cNvCxnSpPr>
          <p:nvPr/>
        </p:nvCxnSpPr>
        <p:spPr>
          <a:xfrm>
            <a:off x="6917635" y="176316"/>
            <a:ext cx="1283338"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981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Graphic 7">
            <a:extLst>
              <a:ext uri="{FF2B5EF4-FFF2-40B4-BE49-F238E27FC236}">
                <a16:creationId xmlns:a16="http://schemas.microsoft.com/office/drawing/2014/main" id="{62AB5F94-7096-D4EE-F3C2-88362F0548BB}"/>
              </a:ext>
            </a:extLst>
          </p:cNvPr>
          <p:cNvSpPr/>
          <p:nvPr/>
        </p:nvSpPr>
        <p:spPr>
          <a:xfrm>
            <a:off x="5674232" y="1790954"/>
            <a:ext cx="3352800" cy="3352800"/>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rgbClr val="007074"/>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48" name="Graphic 7">
            <a:extLst>
              <a:ext uri="{FF2B5EF4-FFF2-40B4-BE49-F238E27FC236}">
                <a16:creationId xmlns:a16="http://schemas.microsoft.com/office/drawing/2014/main" id="{82628F77-7093-0A22-8173-59E986062C3A}"/>
              </a:ext>
            </a:extLst>
          </p:cNvPr>
          <p:cNvSpPr/>
          <p:nvPr/>
        </p:nvSpPr>
        <p:spPr>
          <a:xfrm>
            <a:off x="7065866" y="4175319"/>
            <a:ext cx="2128967" cy="2128967"/>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chemeClr val="accent2"/>
          </a:solidFill>
          <a:ln w="38100">
            <a:solidFill>
              <a:schemeClr val="bg1"/>
            </a:solidFill>
          </a:ln>
          <a:effectLst>
            <a:outerShdw blurRad="508000" dist="228600" dir="2700000" sx="95000" sy="95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49" name="Graphic 7">
            <a:extLst>
              <a:ext uri="{FF2B5EF4-FFF2-40B4-BE49-F238E27FC236}">
                <a16:creationId xmlns:a16="http://schemas.microsoft.com/office/drawing/2014/main" id="{86FE2E1E-1AD0-62F7-A6C5-EC1961D9920F}"/>
              </a:ext>
            </a:extLst>
          </p:cNvPr>
          <p:cNvSpPr/>
          <p:nvPr/>
        </p:nvSpPr>
        <p:spPr>
          <a:xfrm>
            <a:off x="8602836" y="3595053"/>
            <a:ext cx="2128967" cy="2128967"/>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rgbClr val="034C53"/>
          </a:solidFill>
          <a:ln w="38100">
            <a:solidFill>
              <a:schemeClr val="bg1"/>
            </a:solidFill>
          </a:ln>
          <a:effectLst>
            <a:outerShdw blurRad="508000" dist="228600" dir="2700000" sx="95000" sy="95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50" name="Graphic 7">
            <a:extLst>
              <a:ext uri="{FF2B5EF4-FFF2-40B4-BE49-F238E27FC236}">
                <a16:creationId xmlns:a16="http://schemas.microsoft.com/office/drawing/2014/main" id="{C5029B3C-64DC-A25E-F49C-E1A162123D00}"/>
              </a:ext>
            </a:extLst>
          </p:cNvPr>
          <p:cNvSpPr/>
          <p:nvPr/>
        </p:nvSpPr>
        <p:spPr>
          <a:xfrm>
            <a:off x="8957322" y="1900800"/>
            <a:ext cx="2128967" cy="2128967"/>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chemeClr val="accent4"/>
          </a:solidFill>
          <a:ln w="38100">
            <a:solidFill>
              <a:schemeClr val="bg1"/>
            </a:solidFill>
          </a:ln>
          <a:effectLst>
            <a:outerShdw blurRad="508000" dist="228600" dir="2700000" sx="95000" sy="95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57" name="Graphic 7">
            <a:extLst>
              <a:ext uri="{FF2B5EF4-FFF2-40B4-BE49-F238E27FC236}">
                <a16:creationId xmlns:a16="http://schemas.microsoft.com/office/drawing/2014/main" id="{E0011B82-3DC6-C906-44E3-5F2A7FE4CDFA}"/>
              </a:ext>
            </a:extLst>
          </p:cNvPr>
          <p:cNvSpPr/>
          <p:nvPr/>
        </p:nvSpPr>
        <p:spPr>
          <a:xfrm>
            <a:off x="7539018" y="872081"/>
            <a:ext cx="1390280" cy="1390280"/>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chemeClr val="bg1"/>
          </a:solidFill>
          <a:ln>
            <a:noFill/>
          </a:ln>
          <a:effectLst>
            <a:outerShdw blurRad="571500" dist="393700" dir="2700000" sx="96000" sy="96000" algn="b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100" b="0" i="0" u="none" strike="noStrike" kern="1200" cap="none" spc="0" normalizeH="0" baseline="0" noProof="0" dirty="0">
              <a:ln>
                <a:noFill/>
              </a:ln>
              <a:solidFill>
                <a:srgbClr val="FFFFFF"/>
              </a:solidFill>
              <a:effectLst/>
              <a:uLnTx/>
              <a:uFillTx/>
              <a:latin typeface="Archivo Light" panose="020F0502020204030204"/>
              <a:ea typeface="+mn-ea"/>
              <a:cs typeface="+mn-cs"/>
            </a:endParaRPr>
          </a:p>
        </p:txBody>
      </p:sp>
      <p:sp>
        <p:nvSpPr>
          <p:cNvPr id="62" name="TextBox 61">
            <a:extLst>
              <a:ext uri="{FF2B5EF4-FFF2-40B4-BE49-F238E27FC236}">
                <a16:creationId xmlns:a16="http://schemas.microsoft.com/office/drawing/2014/main" id="{A7F626FD-60B2-89CA-E50A-48EF823ED773}"/>
              </a:ext>
            </a:extLst>
          </p:cNvPr>
          <p:cNvSpPr txBox="1"/>
          <p:nvPr/>
        </p:nvSpPr>
        <p:spPr>
          <a:xfrm>
            <a:off x="6478700" y="2661917"/>
            <a:ext cx="2250835" cy="830997"/>
          </a:xfrm>
          <a:prstGeom prst="rect">
            <a:avLst/>
          </a:prstGeom>
          <a:noFill/>
        </p:spPr>
        <p:txBody>
          <a:bodyPr wrap="square" rtlCol="0">
            <a:spAutoFit/>
          </a:bodyPr>
          <a:lstStyle/>
          <a:p>
            <a:pPr lvl="0"/>
            <a:r>
              <a:rPr lang="en-IN" sz="2400" b="1" dirty="0">
                <a:solidFill>
                  <a:schemeClr val="bg1"/>
                </a:solidFill>
              </a:rPr>
              <a:t>Course Completion</a:t>
            </a:r>
            <a:endParaRPr kumimoji="0" lang="en-US" sz="2400" b="1" i="0" u="none" strike="noStrike" kern="1200" cap="none" spc="0" normalizeH="0" baseline="0" noProof="0" dirty="0">
              <a:ln>
                <a:noFill/>
              </a:ln>
              <a:solidFill>
                <a:schemeClr val="bg1"/>
              </a:solidFill>
              <a:effectLst/>
              <a:uLnTx/>
              <a:uFillTx/>
              <a:latin typeface="Archivo" panose="020F0502020204030204"/>
              <a:ea typeface="+mn-ea"/>
              <a:cs typeface="Poppins" panose="00000500000000000000" pitchFamily="2" charset="0"/>
            </a:endParaRPr>
          </a:p>
        </p:txBody>
      </p:sp>
      <p:sp>
        <p:nvSpPr>
          <p:cNvPr id="63" name="TextBox 62">
            <a:extLst>
              <a:ext uri="{FF2B5EF4-FFF2-40B4-BE49-F238E27FC236}">
                <a16:creationId xmlns:a16="http://schemas.microsoft.com/office/drawing/2014/main" id="{79C273A0-29C6-ECEB-3CE6-D87F0433A329}"/>
              </a:ext>
            </a:extLst>
          </p:cNvPr>
          <p:cNvSpPr txBox="1"/>
          <p:nvPr/>
        </p:nvSpPr>
        <p:spPr>
          <a:xfrm>
            <a:off x="7553048" y="4896979"/>
            <a:ext cx="1260147" cy="646331"/>
          </a:xfrm>
          <a:prstGeom prst="rect">
            <a:avLst/>
          </a:prstGeom>
          <a:noFill/>
        </p:spPr>
        <p:txBody>
          <a:bodyPr wrap="square" rtlCol="0">
            <a:spAutoFit/>
          </a:bodyPr>
          <a:lstStyle>
            <a:defPPr>
              <a:defRPr lang="id-ID"/>
            </a:defPPr>
            <a:lvl1pPr>
              <a:defRPr sz="1400">
                <a:solidFill>
                  <a:schemeClr val="tx1">
                    <a:lumMod val="95000"/>
                    <a:lumOff val="5000"/>
                  </a:schemeClr>
                </a:solidFill>
                <a:latin typeface="+mj-lt"/>
                <a:cs typeface="+mn-ea"/>
              </a:defRPr>
            </a:lvl1pPr>
          </a:lstStyle>
          <a:p>
            <a:pPr lvl="0">
              <a:spcBef>
                <a:spcPts val="600"/>
              </a:spcBef>
            </a:pPr>
            <a:r>
              <a:rPr lang="en-IN" sz="1800" b="1" dirty="0">
                <a:solidFill>
                  <a:schemeClr val="bg1"/>
                </a:solidFill>
                <a:latin typeface="+mn-lt"/>
              </a:rPr>
              <a:t>Digital Literacy</a:t>
            </a:r>
            <a:endParaRPr kumimoji="0" lang="en-US" sz="1800" b="0" i="0" u="none" strike="noStrike" kern="1200" cap="none" spc="0" normalizeH="0" baseline="0" noProof="0" dirty="0">
              <a:ln>
                <a:noFill/>
              </a:ln>
              <a:solidFill>
                <a:schemeClr val="bg1"/>
              </a:solidFill>
              <a:effectLst/>
              <a:uLnTx/>
              <a:uFillTx/>
              <a:latin typeface="+mn-lt"/>
              <a:ea typeface="+mn-ea"/>
              <a:cs typeface="+mn-ea"/>
            </a:endParaRPr>
          </a:p>
        </p:txBody>
      </p:sp>
      <p:sp>
        <p:nvSpPr>
          <p:cNvPr id="64" name="TextBox 63">
            <a:extLst>
              <a:ext uri="{FF2B5EF4-FFF2-40B4-BE49-F238E27FC236}">
                <a16:creationId xmlns:a16="http://schemas.microsoft.com/office/drawing/2014/main" id="{7DB008C3-13C6-54F3-EFA6-CCF14961E9B1}"/>
              </a:ext>
            </a:extLst>
          </p:cNvPr>
          <p:cNvSpPr txBox="1"/>
          <p:nvPr/>
        </p:nvSpPr>
        <p:spPr>
          <a:xfrm>
            <a:off x="9374292" y="2804567"/>
            <a:ext cx="1245324" cy="646331"/>
          </a:xfrm>
          <a:prstGeom prst="rect">
            <a:avLst/>
          </a:prstGeom>
          <a:noFill/>
        </p:spPr>
        <p:txBody>
          <a:bodyPr wrap="square" rtlCol="0">
            <a:spAutoFit/>
          </a:bodyPr>
          <a:lstStyle>
            <a:defPPr>
              <a:defRPr lang="id-ID"/>
            </a:defPPr>
            <a:lvl1pPr>
              <a:defRPr sz="1400">
                <a:solidFill>
                  <a:schemeClr val="tx1">
                    <a:lumMod val="95000"/>
                    <a:lumOff val="5000"/>
                  </a:schemeClr>
                </a:solidFill>
                <a:latin typeface="+mj-lt"/>
                <a:cs typeface="+mn-ea"/>
              </a:defRPr>
            </a:lvl1pPr>
          </a:lstStyle>
          <a:p>
            <a:pPr lvl="0">
              <a:spcBef>
                <a:spcPts val="600"/>
              </a:spcBef>
            </a:pPr>
            <a:r>
              <a:rPr lang="en-IN" sz="1800" b="1" dirty="0">
                <a:solidFill>
                  <a:schemeClr val="bg1"/>
                </a:solidFill>
                <a:latin typeface="+mn-lt"/>
              </a:rPr>
              <a:t>Learning Path</a:t>
            </a:r>
            <a:endParaRPr kumimoji="0" lang="en-US" sz="1800" b="0" i="0" u="none" strike="noStrike" kern="1200" cap="none" spc="0" normalizeH="0" baseline="0" noProof="0" dirty="0">
              <a:ln>
                <a:noFill/>
              </a:ln>
              <a:solidFill>
                <a:schemeClr val="bg1"/>
              </a:solidFill>
              <a:effectLst/>
              <a:uLnTx/>
              <a:uFillTx/>
              <a:latin typeface="+mn-lt"/>
              <a:ea typeface="+mn-ea"/>
              <a:cs typeface="+mn-ea"/>
            </a:endParaRPr>
          </a:p>
        </p:txBody>
      </p:sp>
      <p:grpSp>
        <p:nvGrpSpPr>
          <p:cNvPr id="5" name="Group 4">
            <a:extLst>
              <a:ext uri="{FF2B5EF4-FFF2-40B4-BE49-F238E27FC236}">
                <a16:creationId xmlns:a16="http://schemas.microsoft.com/office/drawing/2014/main" id="{2EE87A91-2D83-C05D-C42A-D4BCA6C79141}"/>
              </a:ext>
            </a:extLst>
          </p:cNvPr>
          <p:cNvGrpSpPr/>
          <p:nvPr/>
        </p:nvGrpSpPr>
        <p:grpSpPr>
          <a:xfrm>
            <a:off x="1541113" y="1210688"/>
            <a:ext cx="4687956" cy="947464"/>
            <a:chOff x="977822" y="1146071"/>
            <a:chExt cx="4787605" cy="639259"/>
          </a:xfrm>
        </p:grpSpPr>
        <p:sp>
          <p:nvSpPr>
            <p:cNvPr id="51" name="Group 0 Tittle Seq_1">
              <a:extLst>
                <a:ext uri="{FF2B5EF4-FFF2-40B4-BE49-F238E27FC236}">
                  <a16:creationId xmlns:a16="http://schemas.microsoft.com/office/drawing/2014/main" id="{1F534C2A-6048-15DD-B62A-4A654D108FC3}"/>
                </a:ext>
              </a:extLst>
            </p:cNvPr>
            <p:cNvSpPr txBox="1"/>
            <p:nvPr/>
          </p:nvSpPr>
          <p:spPr>
            <a:xfrm>
              <a:off x="1396196" y="1194399"/>
              <a:ext cx="4369231" cy="590931"/>
            </a:xfrm>
            <a:prstGeom prst="rect">
              <a:avLst/>
            </a:prstGeom>
            <a:noFill/>
          </p:spPr>
          <p:txBody>
            <a:bodyPr wrap="square" rtlCol="0">
              <a:spAutoFit/>
            </a:bodyPr>
            <a:lstStyle/>
            <a:p>
              <a:pPr lvl="0">
                <a:lnSpc>
                  <a:spcPct val="90000"/>
                </a:lnSpc>
              </a:pPr>
              <a:r>
                <a:rPr lang="en-US" sz="3600" b="1" dirty="0">
                  <a:solidFill>
                    <a:srgbClr val="034C53"/>
                  </a:solidFill>
                  <a:latin typeface="Archivo" panose="020F0502020204030204"/>
                  <a:cs typeface="Poppins" panose="00000500000000000000" pitchFamily="2" charset="0"/>
                </a:rPr>
                <a:t>CONCLUSION</a:t>
              </a:r>
              <a:endParaRPr kumimoji="0" lang="en-US" sz="3600" b="1" i="0" u="none" strike="noStrike" kern="1200" cap="none" spc="0" normalizeH="0" baseline="0" noProof="0" dirty="0">
                <a:ln>
                  <a:noFill/>
                </a:ln>
                <a:solidFill>
                  <a:srgbClr val="034C53"/>
                </a:solidFill>
                <a:effectLst/>
                <a:uLnTx/>
                <a:uFillTx/>
                <a:latin typeface="Archivo" panose="020F0502020204030204"/>
                <a:ea typeface="+mn-ea"/>
                <a:cs typeface="Poppins" panose="00000500000000000000" pitchFamily="2" charset="0"/>
              </a:endParaRPr>
            </a:p>
          </p:txBody>
        </p:sp>
        <p:sp>
          <p:nvSpPr>
            <p:cNvPr id="4" name="TextBox 3">
              <a:extLst>
                <a:ext uri="{FF2B5EF4-FFF2-40B4-BE49-F238E27FC236}">
                  <a16:creationId xmlns:a16="http://schemas.microsoft.com/office/drawing/2014/main" id="{BDC0A0F7-8A7C-8366-A532-B24FB8D988CA}"/>
                </a:ext>
              </a:extLst>
            </p:cNvPr>
            <p:cNvSpPr txBox="1"/>
            <p:nvPr/>
          </p:nvSpPr>
          <p:spPr>
            <a:xfrm>
              <a:off x="977822" y="1146071"/>
              <a:ext cx="3826774" cy="423449"/>
            </a:xfrm>
            <a:prstGeom prst="rect">
              <a:avLst/>
            </a:prstGeom>
            <a:noFill/>
          </p:spPr>
          <p:txBody>
            <a:bodyPr wrap="square">
              <a:spAutoFit/>
            </a:bodyPr>
            <a:lstStyle/>
            <a:p>
              <a:pPr algn="just">
                <a:lnSpc>
                  <a:spcPct val="150000"/>
                </a:lnSpc>
              </a:pPr>
              <a:endParaRPr lang="en-IN" sz="1600" dirty="0"/>
            </a:p>
          </p:txBody>
        </p:sp>
      </p:grpSp>
      <p:sp>
        <p:nvSpPr>
          <p:cNvPr id="2" name="Graphic 7">
            <a:extLst>
              <a:ext uri="{FF2B5EF4-FFF2-40B4-BE49-F238E27FC236}">
                <a16:creationId xmlns:a16="http://schemas.microsoft.com/office/drawing/2014/main" id="{105F9A7E-9C96-230F-D771-227B1B95BCC4}"/>
              </a:ext>
            </a:extLst>
          </p:cNvPr>
          <p:cNvSpPr/>
          <p:nvPr/>
        </p:nvSpPr>
        <p:spPr>
          <a:xfrm>
            <a:off x="8819217" y="426144"/>
            <a:ext cx="2128967" cy="2128967"/>
          </a:xfrm>
          <a:custGeom>
            <a:avLst/>
            <a:gdLst>
              <a:gd name="connsiteX0" fmla="*/ 0 w 6858000"/>
              <a:gd name="connsiteY0" fmla="*/ 3429008 h 6858000"/>
              <a:gd name="connsiteX1" fmla="*/ 3429008 w 6858000"/>
              <a:gd name="connsiteY1" fmla="*/ 0 h 6858000"/>
              <a:gd name="connsiteX2" fmla="*/ 6858000 w 6858000"/>
              <a:gd name="connsiteY2" fmla="*/ 3429008 h 6858000"/>
              <a:gd name="connsiteX3" fmla="*/ 3429008 w 6858000"/>
              <a:gd name="connsiteY3" fmla="*/ 6858000 h 6858000"/>
              <a:gd name="connsiteX4" fmla="*/ 0 w 6858000"/>
              <a:gd name="connsiteY4" fmla="*/ 3429008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858000">
                <a:moveTo>
                  <a:pt x="0" y="3429008"/>
                </a:moveTo>
                <a:cubicBezTo>
                  <a:pt x="0" y="857242"/>
                  <a:pt x="857242" y="0"/>
                  <a:pt x="3429008" y="0"/>
                </a:cubicBezTo>
                <a:cubicBezTo>
                  <a:pt x="6000742" y="0"/>
                  <a:pt x="6858000" y="857242"/>
                  <a:pt x="6858000" y="3429008"/>
                </a:cubicBezTo>
                <a:cubicBezTo>
                  <a:pt x="6858000" y="6000750"/>
                  <a:pt x="6000742" y="6858000"/>
                  <a:pt x="3429008" y="6858000"/>
                </a:cubicBezTo>
                <a:cubicBezTo>
                  <a:pt x="857242" y="6858000"/>
                  <a:pt x="0" y="6000750"/>
                  <a:pt x="0" y="3429008"/>
                </a:cubicBezTo>
                <a:close/>
              </a:path>
            </a:pathLst>
          </a:custGeom>
          <a:solidFill>
            <a:srgbClr val="B2B2B2"/>
          </a:solidFill>
          <a:ln w="38100">
            <a:solidFill>
              <a:schemeClr val="bg1"/>
            </a:solidFill>
          </a:ln>
          <a:effectLst>
            <a:outerShdw blurRad="508000" dist="228600" dir="2700000" sx="95000" sy="95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3" name="TextBox 2">
            <a:extLst>
              <a:ext uri="{FF2B5EF4-FFF2-40B4-BE49-F238E27FC236}">
                <a16:creationId xmlns:a16="http://schemas.microsoft.com/office/drawing/2014/main" id="{C516DBEA-34B2-40BD-B64D-CF89E749EA86}"/>
              </a:ext>
            </a:extLst>
          </p:cNvPr>
          <p:cNvSpPr txBox="1"/>
          <p:nvPr/>
        </p:nvSpPr>
        <p:spPr>
          <a:xfrm>
            <a:off x="9061510" y="4389006"/>
            <a:ext cx="1490870" cy="646331"/>
          </a:xfrm>
          <a:prstGeom prst="rect">
            <a:avLst/>
          </a:prstGeom>
          <a:noFill/>
        </p:spPr>
        <p:txBody>
          <a:bodyPr wrap="square" rtlCol="0">
            <a:spAutoFit/>
          </a:bodyPr>
          <a:lstStyle/>
          <a:p>
            <a:r>
              <a:rPr lang="en-IN" dirty="0">
                <a:solidFill>
                  <a:schemeClr val="bg1"/>
                </a:solidFill>
              </a:rPr>
              <a:t>Learner Engagement</a:t>
            </a:r>
          </a:p>
        </p:txBody>
      </p:sp>
      <p:sp>
        <p:nvSpPr>
          <p:cNvPr id="8" name="Rectangle 7">
            <a:extLst>
              <a:ext uri="{FF2B5EF4-FFF2-40B4-BE49-F238E27FC236}">
                <a16:creationId xmlns:a16="http://schemas.microsoft.com/office/drawing/2014/main" id="{DAEFEA34-9372-4793-8558-5E6A2152F043}"/>
              </a:ext>
            </a:extLst>
          </p:cNvPr>
          <p:cNvSpPr/>
          <p:nvPr/>
        </p:nvSpPr>
        <p:spPr>
          <a:xfrm>
            <a:off x="0" y="0"/>
            <a:ext cx="702365"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2884BAD-1C5B-888A-A575-D0841EC0AAF5}"/>
              </a:ext>
            </a:extLst>
          </p:cNvPr>
          <p:cNvSpPr/>
          <p:nvPr/>
        </p:nvSpPr>
        <p:spPr>
          <a:xfrm>
            <a:off x="12056211" y="-16222"/>
            <a:ext cx="132119" cy="6858000"/>
          </a:xfrm>
          <a:prstGeom prst="rect">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216A2BC3-4F35-4DA0-3C1F-39B938A1B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6805" y="1066666"/>
            <a:ext cx="1001110" cy="1001110"/>
          </a:xfrm>
          <a:prstGeom prst="rect">
            <a:avLst/>
          </a:prstGeom>
        </p:spPr>
      </p:pic>
      <p:cxnSp>
        <p:nvCxnSpPr>
          <p:cNvPr id="13" name="Straight Connector 12">
            <a:extLst>
              <a:ext uri="{FF2B5EF4-FFF2-40B4-BE49-F238E27FC236}">
                <a16:creationId xmlns:a16="http://schemas.microsoft.com/office/drawing/2014/main" id="{7CBE344F-2807-8114-3273-08DAAF39571E}"/>
              </a:ext>
            </a:extLst>
          </p:cNvPr>
          <p:cNvCxnSpPr>
            <a:cxnSpLocks/>
          </p:cNvCxnSpPr>
          <p:nvPr/>
        </p:nvCxnSpPr>
        <p:spPr>
          <a:xfrm>
            <a:off x="3414675" y="1282316"/>
            <a:ext cx="1104435" cy="0"/>
          </a:xfrm>
          <a:prstGeom prst="line">
            <a:avLst/>
          </a:prstGeom>
          <a:ln w="104775">
            <a:solidFill>
              <a:srgbClr val="F59E0B"/>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FDE65D6-AC03-7155-2A6C-9472DDA6EAC9}"/>
              </a:ext>
            </a:extLst>
          </p:cNvPr>
          <p:cNvSpPr txBox="1"/>
          <p:nvPr/>
        </p:nvSpPr>
        <p:spPr>
          <a:xfrm>
            <a:off x="1131450" y="2431894"/>
            <a:ext cx="4215632" cy="2308324"/>
          </a:xfrm>
          <a:prstGeom prst="rect">
            <a:avLst/>
          </a:prstGeom>
          <a:noFill/>
        </p:spPr>
        <p:txBody>
          <a:bodyPr wrap="square" rtlCol="0">
            <a:spAutoFit/>
          </a:bodyPr>
          <a:lstStyle/>
          <a:p>
            <a:pPr algn="just"/>
            <a:r>
              <a:rPr lang="en-US" dirty="0"/>
              <a:t>This analysis shows that learner engagement, digital literacy, and adaptive learning paths play a major role in improving course completion, mastery, and overall learning outcomes. These insights can help digital learning platforms enhance personalization, learner retention, and overall learning effectiveness.</a:t>
            </a:r>
            <a:endParaRPr lang="en-IN" dirty="0"/>
          </a:p>
        </p:txBody>
      </p:sp>
      <p:sp>
        <p:nvSpPr>
          <p:cNvPr id="16" name="TextBox 15">
            <a:extLst>
              <a:ext uri="{FF2B5EF4-FFF2-40B4-BE49-F238E27FC236}">
                <a16:creationId xmlns:a16="http://schemas.microsoft.com/office/drawing/2014/main" id="{1B7FB00D-897F-B57E-6A0C-D6A82D60EC43}"/>
              </a:ext>
            </a:extLst>
          </p:cNvPr>
          <p:cNvSpPr txBox="1"/>
          <p:nvPr/>
        </p:nvSpPr>
        <p:spPr>
          <a:xfrm>
            <a:off x="9254819" y="1195727"/>
            <a:ext cx="1598454" cy="646331"/>
          </a:xfrm>
          <a:prstGeom prst="rect">
            <a:avLst/>
          </a:prstGeom>
          <a:noFill/>
        </p:spPr>
        <p:txBody>
          <a:bodyPr wrap="square" rtlCol="0">
            <a:spAutoFit/>
          </a:bodyPr>
          <a:lstStyle>
            <a:defPPr>
              <a:defRPr lang="id-ID"/>
            </a:defPPr>
            <a:lvl1pPr>
              <a:defRPr sz="1400">
                <a:solidFill>
                  <a:schemeClr val="tx1">
                    <a:lumMod val="95000"/>
                    <a:lumOff val="5000"/>
                  </a:schemeClr>
                </a:solidFill>
                <a:latin typeface="+mj-lt"/>
                <a:cs typeface="+mn-ea"/>
              </a:defRPr>
            </a:lvl1pPr>
          </a:lstStyle>
          <a:p>
            <a:pPr lvl="0">
              <a:spcBef>
                <a:spcPts val="600"/>
              </a:spcBef>
            </a:pPr>
            <a:r>
              <a:rPr kumimoji="0" lang="en-IN" sz="1800" b="1" i="0" u="none" strike="noStrike" kern="1200" cap="none" spc="0" normalizeH="0" baseline="0" noProof="0" dirty="0">
                <a:ln>
                  <a:noFill/>
                </a:ln>
                <a:solidFill>
                  <a:schemeClr val="bg1"/>
                </a:solidFill>
                <a:effectLst/>
                <a:uLnTx/>
                <a:uFillTx/>
                <a:latin typeface="+mn-lt"/>
                <a:ea typeface="+mn-ea"/>
                <a:cs typeface="+mn-ea"/>
              </a:rPr>
              <a:t>Learner Demographics</a:t>
            </a:r>
            <a:endParaRPr kumimoji="0" lang="en-US" sz="1800" b="0" i="0" u="none" strike="noStrike" kern="1200" cap="none" spc="0" normalizeH="0" baseline="0" noProof="0" dirty="0">
              <a:ln>
                <a:noFill/>
              </a:ln>
              <a:solidFill>
                <a:schemeClr val="bg1"/>
              </a:solidFill>
              <a:effectLst/>
              <a:uLnTx/>
              <a:uFillTx/>
              <a:latin typeface="+mn-lt"/>
              <a:ea typeface="+mn-ea"/>
              <a:cs typeface="+mn-ea"/>
            </a:endParaRPr>
          </a:p>
        </p:txBody>
      </p:sp>
      <p:sp>
        <p:nvSpPr>
          <p:cNvPr id="17" name="TextBox 16">
            <a:extLst>
              <a:ext uri="{FF2B5EF4-FFF2-40B4-BE49-F238E27FC236}">
                <a16:creationId xmlns:a16="http://schemas.microsoft.com/office/drawing/2014/main" id="{AB4C94FA-D7A7-8060-4628-5BD393A40D49}"/>
              </a:ext>
            </a:extLst>
          </p:cNvPr>
          <p:cNvSpPr txBox="1"/>
          <p:nvPr/>
        </p:nvSpPr>
        <p:spPr>
          <a:xfrm>
            <a:off x="6566156" y="3432586"/>
            <a:ext cx="1709530" cy="584775"/>
          </a:xfrm>
          <a:prstGeom prst="rect">
            <a:avLst/>
          </a:prstGeom>
          <a:noFill/>
        </p:spPr>
        <p:txBody>
          <a:bodyPr wrap="square" rtlCol="0">
            <a:spAutoFit/>
          </a:bodyPr>
          <a:lstStyle/>
          <a:p>
            <a:r>
              <a:rPr lang="en-IN" sz="1600" i="1" dirty="0">
                <a:solidFill>
                  <a:schemeClr val="bg1"/>
                </a:solidFill>
              </a:rPr>
              <a:t>mastery, learner outcomes</a:t>
            </a:r>
          </a:p>
        </p:txBody>
      </p:sp>
    </p:spTree>
    <p:extLst>
      <p:ext uri="{BB962C8B-B14F-4D97-AF65-F5344CB8AC3E}">
        <p14:creationId xmlns:p14="http://schemas.microsoft.com/office/powerpoint/2010/main" val="2548547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BDAE2134-B25C-4A30-9BD7-F519D34092FB}"/>
              </a:ext>
            </a:extLst>
          </p:cNvPr>
          <p:cNvSpPr/>
          <p:nvPr/>
        </p:nvSpPr>
        <p:spPr>
          <a:xfrm rot="16200000">
            <a:off x="2667001" y="-2666999"/>
            <a:ext cx="6857999" cy="12191998"/>
          </a:xfrm>
          <a:prstGeom prst="rtTriangle">
            <a:avLst/>
          </a:prstGeom>
          <a:solidFill>
            <a:srgbClr val="007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7137C29-D74D-4A13-80EC-55D57513F9E7}"/>
              </a:ext>
            </a:extLst>
          </p:cNvPr>
          <p:cNvSpPr/>
          <p:nvPr/>
        </p:nvSpPr>
        <p:spPr>
          <a:xfrm>
            <a:off x="-1" y="0"/>
            <a:ext cx="11689818" cy="6592108"/>
          </a:xfrm>
          <a:custGeom>
            <a:avLst/>
            <a:gdLst>
              <a:gd name="connsiteX0" fmla="*/ 10772928 w 11689818"/>
              <a:gd name="connsiteY0" fmla="*/ 0 h 6592108"/>
              <a:gd name="connsiteX1" fmla="*/ 11689818 w 11689818"/>
              <a:gd name="connsiteY1" fmla="*/ 0 h 6592108"/>
              <a:gd name="connsiteX2" fmla="*/ 0 w 11689818"/>
              <a:gd name="connsiteY2" fmla="*/ 6592108 h 6592108"/>
              <a:gd name="connsiteX3" fmla="*/ 0 w 11689818"/>
              <a:gd name="connsiteY3" fmla="*/ 6075057 h 6592108"/>
              <a:gd name="connsiteX4" fmla="*/ 10772928 w 11689818"/>
              <a:gd name="connsiteY4" fmla="*/ 0 h 6592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9818" h="6592108">
                <a:moveTo>
                  <a:pt x="10772928" y="0"/>
                </a:moveTo>
                <a:lnTo>
                  <a:pt x="11689818" y="0"/>
                </a:lnTo>
                <a:lnTo>
                  <a:pt x="0" y="6592108"/>
                </a:lnTo>
                <a:lnTo>
                  <a:pt x="0" y="6075057"/>
                </a:lnTo>
                <a:lnTo>
                  <a:pt x="10772928"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97B10EF-39B2-43D0-8465-D010491CF72D}"/>
              </a:ext>
            </a:extLst>
          </p:cNvPr>
          <p:cNvSpPr/>
          <p:nvPr/>
        </p:nvSpPr>
        <p:spPr>
          <a:xfrm>
            <a:off x="4028365" y="1037230"/>
            <a:ext cx="4135270" cy="4135270"/>
          </a:xfrm>
          <a:prstGeom prst="ellipse">
            <a:avLst/>
          </a:prstGeom>
          <a:solidFill>
            <a:schemeClr val="bg1"/>
          </a:solidFill>
          <a:ln w="635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A5BEE64-6290-4527-90A1-6F7F7FF8C34C}"/>
              </a:ext>
            </a:extLst>
          </p:cNvPr>
          <p:cNvSpPr txBox="1"/>
          <p:nvPr/>
        </p:nvSpPr>
        <p:spPr>
          <a:xfrm>
            <a:off x="4642514" y="1950703"/>
            <a:ext cx="2906973" cy="2308324"/>
          </a:xfrm>
          <a:prstGeom prst="rect">
            <a:avLst/>
          </a:prstGeom>
          <a:noFill/>
        </p:spPr>
        <p:txBody>
          <a:bodyPr wrap="square" rtlCol="0">
            <a:spAutoFit/>
          </a:bodyPr>
          <a:lstStyle/>
          <a:p>
            <a:pPr algn="ctr"/>
            <a:r>
              <a:rPr lang="en-US" sz="7200" dirty="0">
                <a:solidFill>
                  <a:srgbClr val="034C53"/>
                </a:solidFill>
                <a:effectLst>
                  <a:outerShdw blurRad="38100" dist="38100" dir="2700000" algn="tl">
                    <a:srgbClr val="000000">
                      <a:alpha val="43137"/>
                    </a:srgbClr>
                  </a:outerShdw>
                </a:effectLst>
                <a:latin typeface="Georgia" panose="02040502050405020303" pitchFamily="18" charset="0"/>
              </a:rPr>
              <a:t>Thank you</a:t>
            </a:r>
          </a:p>
        </p:txBody>
      </p:sp>
    </p:spTree>
    <p:extLst>
      <p:ext uri="{BB962C8B-B14F-4D97-AF65-F5344CB8AC3E}">
        <p14:creationId xmlns:p14="http://schemas.microsoft.com/office/powerpoint/2010/main" val="1752713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06">
      <a:dk1>
        <a:sysClr val="windowText" lastClr="000000"/>
      </a:dk1>
      <a:lt1>
        <a:sysClr val="window" lastClr="FFFFFF"/>
      </a:lt1>
      <a:dk2>
        <a:srgbClr val="0E2841"/>
      </a:dk2>
      <a:lt2>
        <a:srgbClr val="E8E8E8"/>
      </a:lt2>
      <a:accent1>
        <a:srgbClr val="FB0304"/>
      </a:accent1>
      <a:accent2>
        <a:srgbClr val="262626"/>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2478</TotalTime>
  <Words>1309</Words>
  <Application>Microsoft Office PowerPoint</Application>
  <PresentationFormat>Widescreen</PresentationFormat>
  <Paragraphs>157</Paragraphs>
  <Slides>24</Slides>
  <Notes>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24</vt:i4>
      </vt:variant>
    </vt:vector>
  </HeadingPairs>
  <TitlesOfParts>
    <vt:vector size="36" baseType="lpstr">
      <vt:lpstr>Aptos</vt:lpstr>
      <vt:lpstr>Archivo</vt:lpstr>
      <vt:lpstr>Archivo Light</vt:lpstr>
      <vt:lpstr>Arial</vt:lpstr>
      <vt:lpstr>Calibri</vt:lpstr>
      <vt:lpstr>Calibri Light</vt:lpstr>
      <vt:lpstr>Georgia</vt:lpstr>
      <vt:lpstr>Lora</vt:lpstr>
      <vt:lpstr>Segoe UI</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DECKez</dc:creator>
  <cp:lastModifiedBy>Jayalekshmi G</cp:lastModifiedBy>
  <cp:revision>25</cp:revision>
  <dcterms:created xsi:type="dcterms:W3CDTF">2025-02-03T03:54:13Z</dcterms:created>
  <dcterms:modified xsi:type="dcterms:W3CDTF">2026-06-11T05:20:17Z</dcterms:modified>
</cp:coreProperties>
</file>